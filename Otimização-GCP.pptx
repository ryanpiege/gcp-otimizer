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13"/>
    <p:sldId id="265" r:id="rId14"/>
    <p:sldId id="266" r:id="rId15"/>
    <p:sldId id="268" r:id="rId5"/>
    <p:sldId id="269" r:id="rId4"/>
    <p:sldId id="267" r:id="rId16"/>
    <p:sldId id="259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B03D67-86F4-7173-7866-1D76563ECF5D}" v="2" dt="2025-08-19T15:23:19.5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LUCAS LOBATO SOUSA" userId="S::ryanlls@suzano.com.br::00b6a875-bab1-4b84-a258-96cb04b88265" providerId="AD" clId="Web-{3E0C7A91-C214-B40F-BC80-AC80B126F03F}"/>
    <pc:docChg chg="addSld delSld modSld">
      <pc:chgData name="RYAN LUCAS LOBATO SOUSA" userId="S::ryanlls@suzano.com.br::00b6a875-bab1-4b84-a258-96cb04b88265" providerId="AD" clId="Web-{3E0C7A91-C214-B40F-BC80-AC80B126F03F}" dt="2025-08-13T15:35:20.121" v="542" actId="14100"/>
      <pc:docMkLst>
        <pc:docMk/>
      </pc:docMkLst>
      <pc:sldChg chg="addSp modSp mod setBg">
        <pc:chgData name="RYAN LUCAS LOBATO SOUSA" userId="S::ryanlls@suzano.com.br::00b6a875-bab1-4b84-a258-96cb04b88265" providerId="AD" clId="Web-{3E0C7A91-C214-B40F-BC80-AC80B126F03F}" dt="2025-08-13T14:09:07.418" v="14" actId="20577"/>
        <pc:sldMkLst>
          <pc:docMk/>
          <pc:sldMk cId="2210866551" sldId="256"/>
        </pc:sldMkLst>
        <pc:spChg chg="mod">
          <ac:chgData name="RYAN LUCAS LOBATO SOUSA" userId="S::ryanlls@suzano.com.br::00b6a875-bab1-4b84-a258-96cb04b88265" providerId="AD" clId="Web-{3E0C7A91-C214-B40F-BC80-AC80B126F03F}" dt="2025-08-13T14:08:01.838" v="10" actId="20577"/>
          <ac:spMkLst>
            <pc:docMk/>
            <pc:sldMk cId="2210866551" sldId="256"/>
            <ac:spMk id="2" creationId="{00000000-0000-0000-0000-000000000000}"/>
          </ac:spMkLst>
        </pc:spChg>
        <pc:spChg chg="mod">
          <ac:chgData name="RYAN LUCAS LOBATO SOUSA" userId="S::ryanlls@suzano.com.br::00b6a875-bab1-4b84-a258-96cb04b88265" providerId="AD" clId="Web-{3E0C7A91-C214-B40F-BC80-AC80B126F03F}" dt="2025-08-13T14:09:07.418" v="14" actId="20577"/>
          <ac:spMkLst>
            <pc:docMk/>
            <pc:sldMk cId="2210866551" sldId="256"/>
            <ac:spMk id="3" creationId="{00000000-0000-0000-0000-000000000000}"/>
          </ac:spMkLst>
        </pc:spChg>
        <pc:spChg chg="add">
          <ac:chgData name="RYAN LUCAS LOBATO SOUSA" userId="S::ryanlls@suzano.com.br::00b6a875-bab1-4b84-a258-96cb04b88265" providerId="AD" clId="Web-{3E0C7A91-C214-B40F-BC80-AC80B126F03F}" dt="2025-08-13T14:05:00.942" v="5"/>
          <ac:spMkLst>
            <pc:docMk/>
            <pc:sldMk cId="2210866551" sldId="256"/>
            <ac:spMk id="10" creationId="{FB5B0058-AF13-4859-B429-4EDDE2A26F7F}"/>
          </ac:spMkLst>
        </pc:spChg>
        <pc:spChg chg="add">
          <ac:chgData name="RYAN LUCAS LOBATO SOUSA" userId="S::ryanlls@suzano.com.br::00b6a875-bab1-4b84-a258-96cb04b88265" providerId="AD" clId="Web-{3E0C7A91-C214-B40F-BC80-AC80B126F03F}" dt="2025-08-13T14:05:00.942" v="5"/>
          <ac:spMkLst>
            <pc:docMk/>
            <pc:sldMk cId="2210866551" sldId="256"/>
            <ac:spMk id="12" creationId="{1A89CBBC-7743-43D9-A324-25CB472E9B2E}"/>
          </ac:spMkLst>
        </pc:spChg>
        <pc:picChg chg="add mod ord">
          <ac:chgData name="RYAN LUCAS LOBATO SOUSA" userId="S::ryanlls@suzano.com.br::00b6a875-bab1-4b84-a258-96cb04b88265" providerId="AD" clId="Web-{3E0C7A91-C214-B40F-BC80-AC80B126F03F}" dt="2025-08-13T14:05:00.942" v="5"/>
          <ac:picMkLst>
            <pc:docMk/>
            <pc:sldMk cId="2210866551" sldId="256"/>
            <ac:picMk id="4" creationId="{16C48234-A012-FAF7-4B49-6DDDD448629F}"/>
          </ac:picMkLst>
        </pc:picChg>
        <pc:picChg chg="add mod">
          <ac:chgData name="RYAN LUCAS LOBATO SOUSA" userId="S::ryanlls@suzano.com.br::00b6a875-bab1-4b84-a258-96cb04b88265" providerId="AD" clId="Web-{3E0C7A91-C214-B40F-BC80-AC80B126F03F}" dt="2025-08-13T14:03:50.331" v="4" actId="1076"/>
          <ac:picMkLst>
            <pc:docMk/>
            <pc:sldMk cId="2210866551" sldId="256"/>
            <ac:picMk id="5" creationId="{D4F2A005-4966-FC18-DCFC-6DF9AE5B5A51}"/>
          </ac:picMkLst>
        </pc:picChg>
      </pc:sldChg>
      <pc:sldChg chg="addSp delSp modSp new">
        <pc:chgData name="RYAN LUCAS LOBATO SOUSA" userId="S::ryanlls@suzano.com.br::00b6a875-bab1-4b84-a258-96cb04b88265" providerId="AD" clId="Web-{3E0C7A91-C214-B40F-BC80-AC80B126F03F}" dt="2025-08-13T14:13:21.458" v="150" actId="1076"/>
        <pc:sldMkLst>
          <pc:docMk/>
          <pc:sldMk cId="2021191593" sldId="257"/>
        </pc:sldMkLst>
        <pc:spChg chg="add mod">
          <ac:chgData name="RYAN LUCAS LOBATO SOUSA" userId="S::ryanlls@suzano.com.br::00b6a875-bab1-4b84-a258-96cb04b88265" providerId="AD" clId="Web-{3E0C7A91-C214-B40F-BC80-AC80B126F03F}" dt="2025-08-13T14:12:30.345" v="140" actId="1076"/>
          <ac:spMkLst>
            <pc:docMk/>
            <pc:sldMk cId="2021191593" sldId="257"/>
            <ac:spMk id="5" creationId="{C011F4DA-DA50-E77A-D55E-6F6E615855DF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185" v="96" actId="1076"/>
          <ac:spMkLst>
            <pc:docMk/>
            <pc:sldMk cId="2021191593" sldId="257"/>
            <ac:spMk id="6" creationId="{2ACE3857-80E9-6B26-4183-1C3EB89A1A43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216" v="97" actId="1076"/>
          <ac:spMkLst>
            <pc:docMk/>
            <pc:sldMk cId="2021191593" sldId="257"/>
            <ac:spMk id="7" creationId="{4668EE5A-E99B-1A15-1C0B-626113AB4F34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248" v="98" actId="1076"/>
          <ac:spMkLst>
            <pc:docMk/>
            <pc:sldMk cId="2021191593" sldId="257"/>
            <ac:spMk id="8" creationId="{5764E36A-D2FF-2FFD-3198-E9DDC30AE4CE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279" v="99" actId="1076"/>
          <ac:spMkLst>
            <pc:docMk/>
            <pc:sldMk cId="2021191593" sldId="257"/>
            <ac:spMk id="9" creationId="{5394952E-746B-2C5D-C9CB-08D5C6956A89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310" v="100" actId="1076"/>
          <ac:spMkLst>
            <pc:docMk/>
            <pc:sldMk cId="2021191593" sldId="257"/>
            <ac:spMk id="10" creationId="{996D0CC3-205A-8E51-E8F5-75FB33697080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1:48.719" v="128" actId="1076"/>
          <ac:spMkLst>
            <pc:docMk/>
            <pc:sldMk cId="2021191593" sldId="257"/>
            <ac:spMk id="11" creationId="{CC3143E2-0D7F-3ECA-70C4-FD3CE1485776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357" v="102" actId="1076"/>
          <ac:spMkLst>
            <pc:docMk/>
            <pc:sldMk cId="2021191593" sldId="257"/>
            <ac:spMk id="14" creationId="{71F30065-5B54-F117-90D3-D9670CADAD0F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388" v="103" actId="1076"/>
          <ac:spMkLst>
            <pc:docMk/>
            <pc:sldMk cId="2021191593" sldId="257"/>
            <ac:spMk id="15" creationId="{F6EBD697-3539-99D9-53A6-60F597E967BB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420" v="104" actId="1076"/>
          <ac:spMkLst>
            <pc:docMk/>
            <pc:sldMk cId="2021191593" sldId="257"/>
            <ac:spMk id="16" creationId="{3F3B1AD4-71BE-ED5B-8AB0-B89355173674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435" v="105" actId="1076"/>
          <ac:spMkLst>
            <pc:docMk/>
            <pc:sldMk cId="2021191593" sldId="257"/>
            <ac:spMk id="17" creationId="{FCBB6ACA-69B5-C781-AC40-A26A9217EBDB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466" v="106" actId="1076"/>
          <ac:spMkLst>
            <pc:docMk/>
            <pc:sldMk cId="2021191593" sldId="257"/>
            <ac:spMk id="18" creationId="{F340ACD5-AE27-DA5C-23DF-1E514C07BA66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1:59.485" v="131" actId="20577"/>
          <ac:spMkLst>
            <pc:docMk/>
            <pc:sldMk cId="2021191593" sldId="257"/>
            <ac:spMk id="19" creationId="{F8E784DC-BB3A-91BF-15EA-07F51F439819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513" v="108" actId="1076"/>
          <ac:spMkLst>
            <pc:docMk/>
            <pc:sldMk cId="2021191593" sldId="257"/>
            <ac:spMk id="22" creationId="{663F836C-E91E-7EDB-9308-94F6D6B884BA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545" v="109" actId="1076"/>
          <ac:spMkLst>
            <pc:docMk/>
            <pc:sldMk cId="2021191593" sldId="257"/>
            <ac:spMk id="23" creationId="{E807BC61-3732-8359-D4EC-FE0AD1974A8A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1.716" v="110" actId="1076"/>
          <ac:spMkLst>
            <pc:docMk/>
            <pc:sldMk cId="2021191593" sldId="257"/>
            <ac:spMk id="24" creationId="{09DC3152-28FB-01CB-F05D-646D8B3528C7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2.045" v="111" actId="1076"/>
          <ac:spMkLst>
            <pc:docMk/>
            <pc:sldMk cId="2021191593" sldId="257"/>
            <ac:spMk id="25" creationId="{EFAA16D4-3120-FB82-E10C-530A2C63DBB9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10:12.076" v="112" actId="1076"/>
          <ac:spMkLst>
            <pc:docMk/>
            <pc:sldMk cId="2021191593" sldId="257"/>
            <ac:spMk id="26" creationId="{577A2BA3-78FF-A80A-7581-ED8BADF8ED11}"/>
          </ac:spMkLst>
        </pc:spChg>
        <pc:picChg chg="add mod">
          <ac:chgData name="RYAN LUCAS LOBATO SOUSA" userId="S::ryanlls@suzano.com.br::00b6a875-bab1-4b84-a258-96cb04b88265" providerId="AD" clId="Web-{3E0C7A91-C214-B40F-BC80-AC80B126F03F}" dt="2025-08-13T14:12:09.798" v="132" actId="14100"/>
          <ac:picMkLst>
            <pc:docMk/>
            <pc:sldMk cId="2021191593" sldId="257"/>
            <ac:picMk id="20" creationId="{70566D6D-9664-9295-A288-B302573C79B7}"/>
          </ac:picMkLst>
        </pc:picChg>
        <pc:picChg chg="add mod">
          <ac:chgData name="RYAN LUCAS LOBATO SOUSA" userId="S::ryanlls@suzano.com.br::00b6a875-bab1-4b84-a258-96cb04b88265" providerId="AD" clId="Web-{3E0C7A91-C214-B40F-BC80-AC80B126F03F}" dt="2025-08-13T14:13:21.458" v="150" actId="1076"/>
          <ac:picMkLst>
            <pc:docMk/>
            <pc:sldMk cId="2021191593" sldId="257"/>
            <ac:picMk id="32" creationId="{6F9B2468-50EC-ACE2-051C-BCEDB16AC880}"/>
          </ac:picMkLst>
        </pc:picChg>
      </pc:sldChg>
      <pc:sldChg chg="addSp delSp modSp new">
        <pc:chgData name="RYAN LUCAS LOBATO SOUSA" userId="S::ryanlls@suzano.com.br::00b6a875-bab1-4b84-a258-96cb04b88265" providerId="AD" clId="Web-{3E0C7A91-C214-B40F-BC80-AC80B126F03F}" dt="2025-08-13T15:34:44.011" v="532" actId="14100"/>
        <pc:sldMkLst>
          <pc:docMk/>
          <pc:sldMk cId="2101118272" sldId="258"/>
        </pc:sldMkLst>
        <pc:spChg chg="add mod">
          <ac:chgData name="RYAN LUCAS LOBATO SOUSA" userId="S::ryanlls@suzano.com.br::00b6a875-bab1-4b84-a258-96cb04b88265" providerId="AD" clId="Web-{3E0C7A91-C214-B40F-BC80-AC80B126F03F}" dt="2025-08-13T15:34:44.011" v="532" actId="14100"/>
          <ac:spMkLst>
            <pc:docMk/>
            <pc:sldMk cId="2101118272" sldId="258"/>
            <ac:spMk id="4" creationId="{323C56BB-494C-BC96-7D7E-8347C6158849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25:59.284" v="320" actId="14100"/>
          <ac:spMkLst>
            <pc:docMk/>
            <pc:sldMk cId="2101118272" sldId="258"/>
            <ac:spMk id="5" creationId="{6DE53696-3F99-7377-D03E-1A57417B6C7C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26:16.393" v="327" actId="1076"/>
          <ac:spMkLst>
            <pc:docMk/>
            <pc:sldMk cId="2101118272" sldId="258"/>
            <ac:spMk id="6" creationId="{CC51E8B4-E25E-33E8-6289-4B766647A55B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25:59.346" v="322" actId="14100"/>
          <ac:spMkLst>
            <pc:docMk/>
            <pc:sldMk cId="2101118272" sldId="258"/>
            <ac:spMk id="7" creationId="{968DE5E3-CA55-6DF5-353B-CE7256E3F375}"/>
          </ac:spMkLst>
        </pc:spChg>
        <pc:spChg chg="mod">
          <ac:chgData name="RYAN LUCAS LOBATO SOUSA" userId="S::ryanlls@suzano.com.br::00b6a875-bab1-4b84-a258-96cb04b88265" providerId="AD" clId="Web-{3E0C7A91-C214-B40F-BC80-AC80B126F03F}" dt="2025-08-13T14:25:59.362" v="323" actId="14100"/>
          <ac:spMkLst>
            <pc:docMk/>
            <pc:sldMk cId="2101118272" sldId="258"/>
            <ac:spMk id="8" creationId="{A21FDD65-DFD9-CAE7-B458-6DDFEF74625D}"/>
          </ac:spMkLst>
        </pc:spChg>
        <pc:spChg chg="mod">
          <ac:chgData name="RYAN LUCAS LOBATO SOUSA" userId="S::ryanlls@suzano.com.br::00b6a875-bab1-4b84-a258-96cb04b88265" providerId="AD" clId="Web-{3E0C7A91-C214-B40F-BC80-AC80B126F03F}" dt="2025-08-13T14:26:09.128" v="326" actId="14100"/>
          <ac:spMkLst>
            <pc:docMk/>
            <pc:sldMk cId="2101118272" sldId="258"/>
            <ac:spMk id="9" creationId="{01DAF32B-0119-B9BD-6DF3-67635466FB35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25:59.409" v="325" actId="14100"/>
          <ac:spMkLst>
            <pc:docMk/>
            <pc:sldMk cId="2101118272" sldId="258"/>
            <ac:spMk id="10" creationId="{B36EF103-8861-B131-ECB4-FC87C7EAF495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33:53.539" v="339" actId="1076"/>
          <ac:spMkLst>
            <pc:docMk/>
            <pc:sldMk cId="2101118272" sldId="258"/>
            <ac:spMk id="11" creationId="{76AD05B1-378F-3ACD-808A-35E51DBDE396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33:14.287" v="331" actId="14100"/>
          <ac:spMkLst>
            <pc:docMk/>
            <pc:sldMk cId="2101118272" sldId="258"/>
            <ac:spMk id="12" creationId="{FC929E27-170E-47E1-28F3-129E39109C6C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33:14.303" v="332" actId="14100"/>
          <ac:spMkLst>
            <pc:docMk/>
            <pc:sldMk cId="2101118272" sldId="258"/>
            <ac:spMk id="13" creationId="{11C7FBAD-B2B0-2D0D-5D5D-548DCF1CBBD9}"/>
          </ac:spMkLst>
        </pc:spChg>
        <pc:spChg chg="mod">
          <ac:chgData name="RYAN LUCAS LOBATO SOUSA" userId="S::ryanlls@suzano.com.br::00b6a875-bab1-4b84-a258-96cb04b88265" providerId="AD" clId="Web-{3E0C7A91-C214-B40F-BC80-AC80B126F03F}" dt="2025-08-13T14:33:50.055" v="338" actId="1076"/>
          <ac:spMkLst>
            <pc:docMk/>
            <pc:sldMk cId="2101118272" sldId="258"/>
            <ac:spMk id="14" creationId="{ECFB38E4-8F24-72BC-1145-97C3F46E01DA}"/>
          </ac:spMkLst>
        </pc:spChg>
        <pc:spChg chg="mod">
          <ac:chgData name="RYAN LUCAS LOBATO SOUSA" userId="S::ryanlls@suzano.com.br::00b6a875-bab1-4b84-a258-96cb04b88265" providerId="AD" clId="Web-{3E0C7A91-C214-B40F-BC80-AC80B126F03F}" dt="2025-08-13T14:33:29.929" v="333" actId="1076"/>
          <ac:spMkLst>
            <pc:docMk/>
            <pc:sldMk cId="2101118272" sldId="258"/>
            <ac:spMk id="15" creationId="{D1D806FB-9CE0-E450-65C6-7E61F8E9652A}"/>
          </ac:spMkLst>
        </pc:spChg>
        <pc:spChg chg="mod">
          <ac:chgData name="RYAN LUCAS LOBATO SOUSA" userId="S::ryanlls@suzano.com.br::00b6a875-bab1-4b84-a258-96cb04b88265" providerId="AD" clId="Web-{3E0C7A91-C214-B40F-BC80-AC80B126F03F}" dt="2025-08-13T14:33:29.944" v="334" actId="1076"/>
          <ac:spMkLst>
            <pc:docMk/>
            <pc:sldMk cId="2101118272" sldId="258"/>
            <ac:spMk id="16" creationId="{647706C0-49C4-F117-556B-1744BE17A3E3}"/>
          </ac:spMkLst>
        </pc:spChg>
        <pc:spChg chg="mod">
          <ac:chgData name="RYAN LUCAS LOBATO SOUSA" userId="S::ryanlls@suzano.com.br::00b6a875-bab1-4b84-a258-96cb04b88265" providerId="AD" clId="Web-{3E0C7A91-C214-B40F-BC80-AC80B126F03F}" dt="2025-08-13T14:33:47.133" v="337" actId="1076"/>
          <ac:spMkLst>
            <pc:docMk/>
            <pc:sldMk cId="2101118272" sldId="258"/>
            <ac:spMk id="17" creationId="{F3E9F555-5EB2-E4F9-E887-12786C79F124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33:41.617" v="336" actId="1076"/>
          <ac:spMkLst>
            <pc:docMk/>
            <pc:sldMk cId="2101118272" sldId="258"/>
            <ac:spMk id="18" creationId="{E9432363-9850-57F5-72FE-E9356F3B20EB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4:20:37.852" v="251" actId="1076"/>
          <ac:spMkLst>
            <pc:docMk/>
            <pc:sldMk cId="2101118272" sldId="258"/>
            <ac:spMk id="19" creationId="{168289BA-393D-BC97-BB8C-FB52D4B48092}"/>
          </ac:spMkLst>
        </pc:spChg>
      </pc:sldChg>
      <pc:sldChg chg="new del">
        <pc:chgData name="RYAN LUCAS LOBATO SOUSA" userId="S::ryanlls@suzano.com.br::00b6a875-bab1-4b84-a258-96cb04b88265" providerId="AD" clId="Web-{3E0C7A91-C214-B40F-BC80-AC80B126F03F}" dt="2025-08-13T14:16:52.578" v="212"/>
        <pc:sldMkLst>
          <pc:docMk/>
          <pc:sldMk cId="502258035" sldId="259"/>
        </pc:sldMkLst>
      </pc:sldChg>
      <pc:sldChg chg="addSp delSp modSp new">
        <pc:chgData name="RYAN LUCAS LOBATO SOUSA" userId="S::ryanlls@suzano.com.br::00b6a875-bab1-4b84-a258-96cb04b88265" providerId="AD" clId="Web-{3E0C7A91-C214-B40F-BC80-AC80B126F03F}" dt="2025-08-13T14:19:56.273" v="242" actId="1076"/>
        <pc:sldMkLst>
          <pc:docMk/>
          <pc:sldMk cId="1918704595" sldId="259"/>
        </pc:sldMkLst>
        <pc:spChg chg="add mod">
          <ac:chgData name="RYAN LUCAS LOBATO SOUSA" userId="S::ryanlls@suzano.com.br::00b6a875-bab1-4b84-a258-96cb04b88265" providerId="AD" clId="Web-{3E0C7A91-C214-B40F-BC80-AC80B126F03F}" dt="2025-08-13T14:19:35.882" v="239"/>
          <ac:spMkLst>
            <pc:docMk/>
            <pc:sldMk cId="1918704595" sldId="259"/>
            <ac:spMk id="24" creationId="{76BFA123-CBC9-1D8C-F24E-A05124F3F269}"/>
          </ac:spMkLst>
        </pc:spChg>
        <pc:spChg chg="add">
          <ac:chgData name="RYAN LUCAS LOBATO SOUSA" userId="S::ryanlls@suzano.com.br::00b6a875-bab1-4b84-a258-96cb04b88265" providerId="AD" clId="Web-{3E0C7A91-C214-B40F-BC80-AC80B126F03F}" dt="2025-08-13T14:18:29.535" v="230"/>
          <ac:spMkLst>
            <pc:docMk/>
            <pc:sldMk cId="1918704595" sldId="259"/>
            <ac:spMk id="26" creationId="{15D934DC-ACF8-6F2A-9543-0B27E87AE6C2}"/>
          </ac:spMkLst>
        </pc:spChg>
        <pc:spChg chg="add">
          <ac:chgData name="RYAN LUCAS LOBATO SOUSA" userId="S::ryanlls@suzano.com.br::00b6a875-bab1-4b84-a258-96cb04b88265" providerId="AD" clId="Web-{3E0C7A91-C214-B40F-BC80-AC80B126F03F}" dt="2025-08-13T14:18:29.535" v="230"/>
          <ac:spMkLst>
            <pc:docMk/>
            <pc:sldMk cId="1918704595" sldId="259"/>
            <ac:spMk id="30" creationId="{B9DF1BB1-6A5B-C72C-9342-DE90E1654F17}"/>
          </ac:spMkLst>
        </pc:spChg>
        <pc:spChg chg="add">
          <ac:chgData name="RYAN LUCAS LOBATO SOUSA" userId="S::ryanlls@suzano.com.br::00b6a875-bab1-4b84-a258-96cb04b88265" providerId="AD" clId="Web-{3E0C7A91-C214-B40F-BC80-AC80B126F03F}" dt="2025-08-13T14:18:29.535" v="230"/>
          <ac:spMkLst>
            <pc:docMk/>
            <pc:sldMk cId="1918704595" sldId="259"/>
            <ac:spMk id="36" creationId="{D18D61C1-EE3F-125C-92E5-285227EE5D2B}"/>
          </ac:spMkLst>
        </pc:spChg>
        <pc:spChg chg="add">
          <ac:chgData name="RYAN LUCAS LOBATO SOUSA" userId="S::ryanlls@suzano.com.br::00b6a875-bab1-4b84-a258-96cb04b88265" providerId="AD" clId="Web-{3E0C7A91-C214-B40F-BC80-AC80B126F03F}" dt="2025-08-13T14:18:29.535" v="230"/>
          <ac:spMkLst>
            <pc:docMk/>
            <pc:sldMk cId="1918704595" sldId="259"/>
            <ac:spMk id="38" creationId="{6AD8B247-CFC2-07EB-FDC8-9CAE6210C147}"/>
          </ac:spMkLst>
        </pc:spChg>
        <pc:spChg chg="add">
          <ac:chgData name="RYAN LUCAS LOBATO SOUSA" userId="S::ryanlls@suzano.com.br::00b6a875-bab1-4b84-a258-96cb04b88265" providerId="AD" clId="Web-{3E0C7A91-C214-B40F-BC80-AC80B126F03F}" dt="2025-08-13T14:18:29.535" v="230"/>
          <ac:spMkLst>
            <pc:docMk/>
            <pc:sldMk cId="1918704595" sldId="259"/>
            <ac:spMk id="40" creationId="{3F5EFCB1-14C2-0673-AB42-49FCAE00E2C0}"/>
          </ac:spMkLst>
        </pc:spChg>
        <pc:spChg chg="add">
          <ac:chgData name="RYAN LUCAS LOBATO SOUSA" userId="S::ryanlls@suzano.com.br::00b6a875-bab1-4b84-a258-96cb04b88265" providerId="AD" clId="Web-{3E0C7A91-C214-B40F-BC80-AC80B126F03F}" dt="2025-08-13T14:18:29.535" v="230"/>
          <ac:spMkLst>
            <pc:docMk/>
            <pc:sldMk cId="1918704595" sldId="259"/>
            <ac:spMk id="42" creationId="{1D0E6E93-5B85-3BC0-C5B7-9323F270A5ED}"/>
          </ac:spMkLst>
        </pc:spChg>
        <pc:picChg chg="add mod">
          <ac:chgData name="RYAN LUCAS LOBATO SOUSA" userId="S::ryanlls@suzano.com.br::00b6a875-bab1-4b84-a258-96cb04b88265" providerId="AD" clId="Web-{3E0C7A91-C214-B40F-BC80-AC80B126F03F}" dt="2025-08-13T14:19:56.273" v="242" actId="1076"/>
          <ac:picMkLst>
            <pc:docMk/>
            <pc:sldMk cId="1918704595" sldId="259"/>
            <ac:picMk id="25" creationId="{5EA65AE8-DD01-E4A3-1F7F-0DB00177FD7D}"/>
          </ac:picMkLst>
        </pc:picChg>
        <pc:picChg chg="add">
          <ac:chgData name="RYAN LUCAS LOBATO SOUSA" userId="S::ryanlls@suzano.com.br::00b6a875-bab1-4b84-a258-96cb04b88265" providerId="AD" clId="Web-{3E0C7A91-C214-B40F-BC80-AC80B126F03F}" dt="2025-08-13T14:18:29.535" v="230"/>
          <ac:picMkLst>
            <pc:docMk/>
            <pc:sldMk cId="1918704595" sldId="259"/>
            <ac:picMk id="31" creationId="{87D346A1-AE21-C083-E8E6-F1E523E166BD}"/>
          </ac:picMkLst>
        </pc:picChg>
        <pc:picChg chg="add">
          <ac:chgData name="RYAN LUCAS LOBATO SOUSA" userId="S::ryanlls@suzano.com.br::00b6a875-bab1-4b84-a258-96cb04b88265" providerId="AD" clId="Web-{3E0C7A91-C214-B40F-BC80-AC80B126F03F}" dt="2025-08-13T14:18:29.535" v="230"/>
          <ac:picMkLst>
            <pc:docMk/>
            <pc:sldMk cId="1918704595" sldId="259"/>
            <ac:picMk id="39" creationId="{8F6F1734-02EB-A833-8397-2C4EF5855CE0}"/>
          </ac:picMkLst>
        </pc:picChg>
        <pc:picChg chg="add">
          <ac:chgData name="RYAN LUCAS LOBATO SOUSA" userId="S::ryanlls@suzano.com.br::00b6a875-bab1-4b84-a258-96cb04b88265" providerId="AD" clId="Web-{3E0C7A91-C214-B40F-BC80-AC80B126F03F}" dt="2025-08-13T14:18:29.535" v="230"/>
          <ac:picMkLst>
            <pc:docMk/>
            <pc:sldMk cId="1918704595" sldId="259"/>
            <ac:picMk id="43" creationId="{052A8DAA-5C50-82B1-48EA-F8A30852F561}"/>
          </ac:picMkLst>
        </pc:picChg>
      </pc:sldChg>
      <pc:sldChg chg="addSp delSp new del">
        <pc:chgData name="RYAN LUCAS LOBATO SOUSA" userId="S::ryanlls@suzano.com.br::00b6a875-bab1-4b84-a258-96cb04b88265" providerId="AD" clId="Web-{3E0C7A91-C214-B40F-BC80-AC80B126F03F}" dt="2025-08-13T14:18:29.082" v="229"/>
        <pc:sldMkLst>
          <pc:docMk/>
          <pc:sldMk cId="155167924" sldId="260"/>
        </pc:sldMkLst>
      </pc:sldChg>
      <pc:sldChg chg="addSp delSp modSp new del">
        <pc:chgData name="RYAN LUCAS LOBATO SOUSA" userId="S::ryanlls@suzano.com.br::00b6a875-bab1-4b84-a258-96cb04b88265" providerId="AD" clId="Web-{3E0C7A91-C214-B40F-BC80-AC80B126F03F}" dt="2025-08-13T14:26:32.300" v="328"/>
        <pc:sldMkLst>
          <pc:docMk/>
          <pc:sldMk cId="3304145038" sldId="260"/>
        </pc:sldMkLst>
      </pc:sldChg>
      <pc:sldChg chg="addSp delSp modSp new del mod setBg">
        <pc:chgData name="RYAN LUCAS LOBATO SOUSA" userId="S::ryanlls@suzano.com.br::00b6a875-bab1-4b84-a258-96cb04b88265" providerId="AD" clId="Web-{3E0C7A91-C214-B40F-BC80-AC80B126F03F}" dt="2025-08-13T15:16:26.953" v="371"/>
        <pc:sldMkLst>
          <pc:docMk/>
          <pc:sldMk cId="2874865598" sldId="261"/>
        </pc:sldMkLst>
      </pc:sldChg>
      <pc:sldChg chg="addSp delSp modSp new del mod setBg">
        <pc:chgData name="RYAN LUCAS LOBATO SOUSA" userId="S::ryanlls@suzano.com.br::00b6a875-bab1-4b84-a258-96cb04b88265" providerId="AD" clId="Web-{3E0C7A91-C214-B40F-BC80-AC80B126F03F}" dt="2025-08-13T15:30:59.421" v="471"/>
        <pc:sldMkLst>
          <pc:docMk/>
          <pc:sldMk cId="628289002" sldId="262"/>
        </pc:sldMkLst>
      </pc:sldChg>
      <pc:sldChg chg="addSp delSp modSp new">
        <pc:chgData name="RYAN LUCAS LOBATO SOUSA" userId="S::ryanlls@suzano.com.br::00b6a875-bab1-4b84-a258-96cb04b88265" providerId="AD" clId="Web-{3E0C7A91-C214-B40F-BC80-AC80B126F03F}" dt="2025-08-13T15:35:20.121" v="542" actId="14100"/>
        <pc:sldMkLst>
          <pc:docMk/>
          <pc:sldMk cId="1760066583" sldId="263"/>
        </pc:sldMkLst>
        <pc:spChg chg="add mod">
          <ac:chgData name="RYAN LUCAS LOBATO SOUSA" userId="S::ryanlls@suzano.com.br::00b6a875-bab1-4b84-a258-96cb04b88265" providerId="AD" clId="Web-{3E0C7A91-C214-B40F-BC80-AC80B126F03F}" dt="2025-08-13T15:34:10.758" v="523" actId="1076"/>
          <ac:spMkLst>
            <pc:docMk/>
            <pc:sldMk cId="1760066583" sldId="263"/>
            <ac:spMk id="16" creationId="{C8D9B8C3-826B-C564-151F-3E52093ED897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5:34:20.056" v="525" actId="1076"/>
          <ac:spMkLst>
            <pc:docMk/>
            <pc:sldMk cId="1760066583" sldId="263"/>
            <ac:spMk id="18" creationId="{42BDC2DD-B335-22A7-0D37-D855E0689BB7}"/>
          </ac:spMkLst>
        </pc:spChg>
        <pc:spChg chg="add mod">
          <ac:chgData name="RYAN LUCAS LOBATO SOUSA" userId="S::ryanlls@suzano.com.br::00b6a875-bab1-4b84-a258-96cb04b88265" providerId="AD" clId="Web-{3E0C7A91-C214-B40F-BC80-AC80B126F03F}" dt="2025-08-13T15:35:20.121" v="542" actId="14100"/>
          <ac:spMkLst>
            <pc:docMk/>
            <pc:sldMk cId="1760066583" sldId="263"/>
            <ac:spMk id="21" creationId="{68D69D18-C834-38D1-A743-B52676B6FC71}"/>
          </ac:spMkLst>
        </pc:spChg>
        <pc:picChg chg="add mod">
          <ac:chgData name="RYAN LUCAS LOBATO SOUSA" userId="S::ryanlls@suzano.com.br::00b6a875-bab1-4b84-a258-96cb04b88265" providerId="AD" clId="Web-{3E0C7A91-C214-B40F-BC80-AC80B126F03F}" dt="2025-08-13T15:32:58.661" v="504" actId="1076"/>
          <ac:picMkLst>
            <pc:docMk/>
            <pc:sldMk cId="1760066583" sldId="263"/>
            <ac:picMk id="5" creationId="{B945A4EC-1C01-E8FF-0217-5D4BE3D9B6F7}"/>
          </ac:picMkLst>
        </pc:picChg>
        <pc:picChg chg="add mod">
          <ac:chgData name="RYAN LUCAS LOBATO SOUSA" userId="S::ryanlls@suzano.com.br::00b6a875-bab1-4b84-a258-96cb04b88265" providerId="AD" clId="Web-{3E0C7A91-C214-B40F-BC80-AC80B126F03F}" dt="2025-08-13T15:34:59.058" v="538" actId="1076"/>
          <ac:picMkLst>
            <pc:docMk/>
            <pc:sldMk cId="1760066583" sldId="263"/>
            <ac:picMk id="7" creationId="{D575806C-5D6C-2C20-F94B-39557EC23CC4}"/>
          </ac:picMkLst>
        </pc:picChg>
        <pc:picChg chg="add mod">
          <ac:chgData name="RYAN LUCAS LOBATO SOUSA" userId="S::ryanlls@suzano.com.br::00b6a875-bab1-4b84-a258-96cb04b88265" providerId="AD" clId="Web-{3E0C7A91-C214-B40F-BC80-AC80B126F03F}" dt="2025-08-13T15:32:52.973" v="502" actId="1076"/>
          <ac:picMkLst>
            <pc:docMk/>
            <pc:sldMk cId="1760066583" sldId="263"/>
            <ac:picMk id="9" creationId="{41F7AB18-8ED4-EE51-F860-4FCC5BEE0097}"/>
          </ac:picMkLst>
        </pc:picChg>
        <pc:picChg chg="add mod">
          <ac:chgData name="RYAN LUCAS LOBATO SOUSA" userId="S::ryanlls@suzano.com.br::00b6a875-bab1-4b84-a258-96cb04b88265" providerId="AD" clId="Web-{3E0C7A91-C214-B40F-BC80-AC80B126F03F}" dt="2025-08-13T15:32:54.333" v="503" actId="1076"/>
          <ac:picMkLst>
            <pc:docMk/>
            <pc:sldMk cId="1760066583" sldId="263"/>
            <ac:picMk id="11" creationId="{0AE2FB66-9A9C-4B03-0D9B-DA8EB492B6C3}"/>
          </ac:picMkLst>
        </pc:picChg>
        <pc:picChg chg="add mod">
          <ac:chgData name="RYAN LUCAS LOBATO SOUSA" userId="S::ryanlls@suzano.com.br::00b6a875-bab1-4b84-a258-96cb04b88265" providerId="AD" clId="Web-{3E0C7A91-C214-B40F-BC80-AC80B126F03F}" dt="2025-08-13T15:34:14.790" v="524" actId="1076"/>
          <ac:picMkLst>
            <pc:docMk/>
            <pc:sldMk cId="1760066583" sldId="263"/>
            <ac:picMk id="13" creationId="{935BAC82-8AC9-8ED7-67ED-26FBA1668F7A}"/>
          </ac:picMkLst>
        </pc:picChg>
      </pc:sldChg>
      <pc:sldChg chg="new del">
        <pc:chgData name="RYAN LUCAS LOBATO SOUSA" userId="S::ryanlls@suzano.com.br::00b6a875-bab1-4b84-a258-96cb04b88265" providerId="AD" clId="Web-{3E0C7A91-C214-B40F-BC80-AC80B126F03F}" dt="2025-08-13T15:16:58.611" v="376"/>
        <pc:sldMkLst>
          <pc:docMk/>
          <pc:sldMk cId="3539340635" sldId="263"/>
        </pc:sldMkLst>
      </pc:sldChg>
    </pc:docChg>
  </pc:docChgLst>
  <pc:docChgLst>
    <pc:chgData name="RYAN LUCAS LOBATO SOUSA" userId="S::ryanlls@suzano.com.br::00b6a875-bab1-4b84-a258-96cb04b88265" providerId="AD" clId="Web-{02DAE044-BC41-90DA-0768-F79FFC71CA88}"/>
    <pc:docChg chg="modSld">
      <pc:chgData name="RYAN LUCAS LOBATO SOUSA" userId="S::ryanlls@suzano.com.br::00b6a875-bab1-4b84-a258-96cb04b88265" providerId="AD" clId="Web-{02DAE044-BC41-90DA-0768-F79FFC71CA88}" dt="2025-08-14T00:01:50.761" v="2" actId="1076"/>
      <pc:docMkLst>
        <pc:docMk/>
      </pc:docMkLst>
      <pc:sldChg chg="modSp">
        <pc:chgData name="RYAN LUCAS LOBATO SOUSA" userId="S::ryanlls@suzano.com.br::00b6a875-bab1-4b84-a258-96cb04b88265" providerId="AD" clId="Web-{02DAE044-BC41-90DA-0768-F79FFC71CA88}" dt="2025-08-14T00:01:50.761" v="2" actId="1076"/>
        <pc:sldMkLst>
          <pc:docMk/>
          <pc:sldMk cId="1760066583" sldId="263"/>
        </pc:sldMkLst>
        <pc:picChg chg="mod">
          <ac:chgData name="RYAN LUCAS LOBATO SOUSA" userId="S::ryanlls@suzano.com.br::00b6a875-bab1-4b84-a258-96cb04b88265" providerId="AD" clId="Web-{02DAE044-BC41-90DA-0768-F79FFC71CA88}" dt="2025-08-14T00:01:50.761" v="2" actId="1076"/>
          <ac:picMkLst>
            <pc:docMk/>
            <pc:sldMk cId="1760066583" sldId="263"/>
            <ac:picMk id="11" creationId="{0AE2FB66-9A9C-4B03-0D9B-DA8EB492B6C3}"/>
          </ac:picMkLst>
        </pc:picChg>
      </pc:sldChg>
    </pc:docChg>
  </pc:docChgLst>
  <pc:docChgLst>
    <pc:chgData name="RYAN LUCAS LOBATO SOUSA" userId="S::ryanlls@suzano.com.br::00b6a875-bab1-4b84-a258-96cb04b88265" providerId="AD" clId="Web-{B6B03D67-86F4-7173-7866-1D76563ECF5D}"/>
    <pc:docChg chg="modSld">
      <pc:chgData name="RYAN LUCAS LOBATO SOUSA" userId="S::ryanlls@suzano.com.br::00b6a875-bab1-4b84-a258-96cb04b88265" providerId="AD" clId="Web-{B6B03D67-86F4-7173-7866-1D76563ECF5D}" dt="2025-08-19T15:23:19.568" v="1" actId="1076"/>
      <pc:docMkLst>
        <pc:docMk/>
      </pc:docMkLst>
      <pc:sldChg chg="modSp">
        <pc:chgData name="RYAN LUCAS LOBATO SOUSA" userId="S::ryanlls@suzano.com.br::00b6a875-bab1-4b84-a258-96cb04b88265" providerId="AD" clId="Web-{B6B03D67-86F4-7173-7866-1D76563ECF5D}" dt="2025-08-19T15:23:19.568" v="1" actId="1076"/>
        <pc:sldMkLst>
          <pc:docMk/>
          <pc:sldMk cId="1760066583" sldId="263"/>
        </pc:sldMkLst>
        <pc:picChg chg="mod">
          <ac:chgData name="RYAN LUCAS LOBATO SOUSA" userId="S::ryanlls@suzano.com.br::00b6a875-bab1-4b84-a258-96cb04b88265" providerId="AD" clId="Web-{B6B03D67-86F4-7173-7866-1D76563ECF5D}" dt="2025-08-19T15:23:19.568" v="1" actId="1076"/>
          <ac:picMkLst>
            <pc:docMk/>
            <pc:sldMk cId="1760066583" sldId="263"/>
            <ac:picMk id="7" creationId="{D575806C-5D6C-2C20-F94B-39557EC23CC4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Realizado</c:v>
                </c:pt>
              </c:strCache>
            </c:strRef>
          </c:tx>
          <c:spPr>
            <a:solidFill>
              <a:srgbClr val="0022CC"/>
            </a:solidFill>
          </c:spPr>
          <c:dLbls>
            <c:numFmt formatCode="&quot;R$ &quot;#,##0.00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Julho/2025 — total R$ 8.227,85</c:v>
                </c:pt>
                <c:pt idx="1">
                  <c:v>Agosto/2025 — total previsto R$ 3.718,09</c:v>
                </c:pt>
              </c:strCache>
            </c:strRef>
          </c:cat>
          <c:val>
            <c:numRef>
              <c:f>Sheet1!$B$2:$B$3</c:f>
              <c:numCache>
                <c:formatCode>"R$ "#,##0.00</c:formatCode>
                <c:ptCount val="2"/>
                <c:pt idx="0">
                  <c:v>8227.85</c:v>
                </c:pt>
                <c:pt idx="1">
                  <c:v>1663.25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Previsto (restante do mês)</c:v>
                </c:pt>
              </c:strCache>
            </c:strRef>
          </c:tx>
          <c:spPr>
            <a:solidFill>
              <a:srgbClr val="B8C4F5"/>
            </a:solidFill>
          </c:spPr>
          <c:dLbls>
            <c:numFmt formatCode="&quot;R$ &quot;#,##0.00" sourceLinked="0"/>
            <c:txPr>
              <a:bodyPr/>
              <a:lstStyle/>
              <a:p>
                <a:pPr>
                  <a:defRPr sz="1400" b="1">
                    <a:solidFill>
                      <a:srgbClr val="2E3C4E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Julho/2025 — total R$ 8.227,85</c:v>
                </c:pt>
                <c:pt idx="1">
                  <c:v>Agosto/2025 — total previsto R$ 3.718,09</c:v>
                </c:pt>
              </c:strCache>
            </c:strRef>
          </c:cat>
          <c:val>
            <c:numRef>
              <c:f>Sheet1!$C$2:$C$3</c:f>
              <c:numCache>
                <c:formatCode>"R$ "#,##0.00</c:formatCode>
                <c:ptCount val="2"/>
                <c:pt idx="1">
                  <c:v>2054.84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CED4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00.0"/>
          <c:min val="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&quot;R$ &quot;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3000.0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solidFill>
            <a:srgbClr val="384653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03.10.2026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://www.facebook.com/suzanoempresa" TargetMode="External"/><Relationship Id="rId4" Type="http://schemas.openxmlformats.org/officeDocument/2006/relationships/image" Target="../media/image11.png"/><Relationship Id="rId5" Type="http://schemas.openxmlformats.org/officeDocument/2006/relationships/hyperlink" Target="http://www.instagram.com/suzano_oficial" TargetMode="External"/><Relationship Id="rId6" Type="http://schemas.openxmlformats.org/officeDocument/2006/relationships/image" Target="../media/image12.png"/><Relationship Id="rId7" Type="http://schemas.openxmlformats.org/officeDocument/2006/relationships/hyperlink" Target="http://www.youtube.com/channel/UCw_vCURtCDwWetPN5FN02zw" TargetMode="External"/><Relationship Id="rId8" Type="http://schemas.openxmlformats.org/officeDocument/2006/relationships/image" Target="../media/image13.png"/><Relationship Id="rId9" Type="http://schemas.openxmlformats.org/officeDocument/2006/relationships/hyperlink" Target="http://www.linkedin.com/company/suzano" TargetMode="External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 descr="Brócolis e folhas verdes&#10;&#10;O conteúdo gerado por IA pode estar incorreto.">
            <a:extLst>
              <a:ext uri="{FF2B5EF4-FFF2-40B4-BE49-F238E27FC236}">
                <a16:creationId xmlns:a16="http://schemas.microsoft.com/office/drawing/2014/main" id="{16C48234-A012-FAF7-4B49-6DDDD44862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277"/>
          <a:stretch>
            <a:fillRect/>
          </a:stretch>
        </p:blipFill>
        <p:spPr>
          <a:xfrm>
            <a:off x="128585" y="115194"/>
            <a:ext cx="11934817" cy="6627613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28663" y="1422400"/>
            <a:ext cx="6121772" cy="2443629"/>
          </a:xfrm>
        </p:spPr>
        <p:txBody>
          <a:bodyPr>
            <a:normAutofit/>
          </a:bodyPr>
          <a:lstStyle/>
          <a:p>
            <a:pPr algn="l"/>
            <a:r>
              <a:rPr lang="de-DE" sz="5000" dirty="0" err="1">
                <a:solidFill>
                  <a:schemeClr val="bg1"/>
                </a:solidFill>
                <a:ea typeface="+mj-lt"/>
                <a:cs typeface="+mj-lt"/>
              </a:rPr>
              <a:t>Otimização</a:t>
            </a:r>
            <a:r>
              <a:rPr lang="de-DE" sz="5000" dirty="0">
                <a:solidFill>
                  <a:schemeClr val="bg1"/>
                </a:solidFill>
                <a:ea typeface="+mj-lt"/>
                <a:cs typeface="+mj-lt"/>
              </a:rPr>
              <a:t> do Banco </a:t>
            </a:r>
            <a:r>
              <a:rPr lang="de-DE" sz="5000" dirty="0" err="1">
                <a:solidFill>
                  <a:schemeClr val="bg1"/>
                </a:solidFill>
                <a:ea typeface="+mj-lt"/>
                <a:cs typeface="+mj-lt"/>
              </a:rPr>
              <a:t>Corporativo</a:t>
            </a:r>
            <a:r>
              <a:rPr lang="de-DE" sz="5000" dirty="0">
                <a:solidFill>
                  <a:schemeClr val="bg1"/>
                </a:solidFill>
                <a:ea typeface="+mj-lt"/>
                <a:cs typeface="+mj-lt"/>
              </a:rPr>
              <a:t>  GCP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b="1" dirty="0" err="1">
                <a:solidFill>
                  <a:schemeClr val="bg1"/>
                </a:solidFill>
                <a:ea typeface="+mn-lt"/>
                <a:cs typeface="+mn-lt"/>
              </a:rPr>
              <a:t>Redução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sz="2000" b="1" dirty="0" err="1">
                <a:solidFill>
                  <a:schemeClr val="bg1"/>
                </a:solidFill>
                <a:ea typeface="+mn-lt"/>
                <a:cs typeface="+mn-lt"/>
              </a:rPr>
              <a:t>processamento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e </a:t>
            </a:r>
            <a:r>
              <a:rPr lang="en-US" sz="2000" b="1" dirty="0" err="1">
                <a:solidFill>
                  <a:schemeClr val="bg1"/>
                </a:solidFill>
                <a:ea typeface="+mn-lt"/>
                <a:cs typeface="+mn-lt"/>
              </a:rPr>
              <a:t>custo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b="1" dirty="0" err="1">
                <a:solidFill>
                  <a:schemeClr val="bg1"/>
                </a:solidFill>
                <a:ea typeface="+mn-lt"/>
                <a:cs typeface="+mn-lt"/>
              </a:rPr>
              <a:t>em</a:t>
            </a:r>
            <a:r>
              <a:rPr lang="en-US" sz="2000" b="1" dirty="0">
                <a:solidFill>
                  <a:schemeClr val="bg1"/>
                </a:solidFill>
                <a:ea typeface="+mn-lt"/>
                <a:cs typeface="+mn-lt"/>
              </a:rPr>
              <a:t> ambientes com </a:t>
            </a:r>
            <a:r>
              <a:rPr lang="en-US" sz="2000" b="1" dirty="0" err="1">
                <a:solidFill>
                  <a:schemeClr val="bg1"/>
                </a:solidFill>
                <a:ea typeface="+mn-lt"/>
                <a:cs typeface="+mn-lt"/>
              </a:rPr>
              <a:t>BigData</a:t>
            </a:r>
            <a:endParaRPr lang="pt-BR" dirty="0" err="1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89CBBC-7743-43D9-A324-25CB472E9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Logotipo, nome da empresa&#10;&#10;Descrição gerada automaticamente">
            <a:extLst>
              <a:ext uri="{FF2B5EF4-FFF2-40B4-BE49-F238E27FC236}">
                <a16:creationId xmlns:a16="http://schemas.microsoft.com/office/drawing/2014/main" id="{D4F2A005-4966-FC18-DCFC-6DF9AE5B5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393" y="5552026"/>
            <a:ext cx="1695450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728663" y="380000"/>
            <a:ext cx="10734674" cy="1000000"/>
          </a:xfrm>
        </p:spPr>
        <p:txBody>
          <a:bodyPr lIns="0" anchor="ctr">
            <a:normAutofit/>
          </a:bodyPr>
          <a:lstStyle/>
          <a:p>
            <a:pPr algn="l"/>
            <a:r>
              <a:rPr lang="pt-BR" sz="4000" b="1" dirty="0">
                <a:solidFill>
                  <a:srgbClr val="2E3C4E"/>
                </a:solidFill>
                <a:latin typeface="Barlow Bold" pitchFamily="34" charset="0"/>
                <a:ea typeface="Barlow Bold"/>
                <a:cs typeface="Barlow Bold"/>
              </a:rPr>
              <a:t>Contexto e Objetivo</a:t>
            </a:r>
          </a:p>
        </p:txBody>
      </p:sp>
      <p:sp>
        <p:nvSpPr>
          <p:cNvPr id="3" name="Card Contexto"/>
          <p:cNvSpPr txBox="0"/>
          <p:nvPr/>
        </p:nvSpPr>
        <p:spPr>
          <a:xfrm>
            <a:off x="728663" y="1600000"/>
            <a:ext cx="3700000" cy="380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250000" tIns="250000" rIns="250000" bIns="20000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Contexto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[Descrever o cenário inicial: ambiente, volume de dados e motivo da otimização]</a:t>
            </a:r>
          </a:p>
        </p:txBody>
      </p:sp>
      <p:sp>
        <p:nvSpPr>
          <p:cNvPr id="4" name="Número 1"/>
          <p:cNvSpPr txBox="0"/>
          <p:nvPr/>
        </p:nvSpPr>
        <p:spPr>
          <a:xfrm>
            <a:off x="4850000" y="1660000"/>
            <a:ext cx="520000" cy="520000"/>
          </a:xfrm>
          <a:prstGeom prst="ellipse">
            <a:avLst/>
          </a:prstGeom>
          <a:solidFill>
            <a:srgbClr val="0022C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Objetivo 1"/>
          <p:cNvSpPr txBox="1"/>
          <p:nvPr/>
        </p:nvSpPr>
        <p:spPr>
          <a:xfrm>
            <a:off x="5550000" y="1600000"/>
            <a:ext cx="5913337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Refatorar consultas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Utilizar apenas as colunas necessárias para cada operação, eliminando o uso de SELECT *</a:t>
            </a:r>
          </a:p>
        </p:txBody>
      </p:sp>
      <p:sp>
        <p:nvSpPr>
          <p:cNvPr id="6" name="Número 2"/>
          <p:cNvSpPr txBox="0"/>
          <p:nvPr/>
        </p:nvSpPr>
        <p:spPr>
          <a:xfrm>
            <a:off x="4850000" y="2960000"/>
            <a:ext cx="520000" cy="520000"/>
          </a:xfrm>
          <a:prstGeom prst="ellipse">
            <a:avLst/>
          </a:prstGeom>
          <a:solidFill>
            <a:srgbClr val="0022C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Objetivo 2"/>
          <p:cNvSpPr txBox="1"/>
          <p:nvPr/>
        </p:nvSpPr>
        <p:spPr>
          <a:xfrm>
            <a:off x="5550000" y="2900000"/>
            <a:ext cx="5913337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Reduzir volume de dados processados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Minimizar a quantidade de bytes lidos e processados durante as consultas</a:t>
            </a:r>
          </a:p>
        </p:txBody>
      </p:sp>
      <p:sp>
        <p:nvSpPr>
          <p:cNvPr id="8" name="Número 3"/>
          <p:cNvSpPr txBox="0"/>
          <p:nvPr/>
        </p:nvSpPr>
        <p:spPr>
          <a:xfrm>
            <a:off x="4850000" y="4260000"/>
            <a:ext cx="520000" cy="520000"/>
          </a:xfrm>
          <a:prstGeom prst="ellipse">
            <a:avLst/>
          </a:prstGeom>
          <a:solidFill>
            <a:srgbClr val="0022C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Objetivo 3"/>
          <p:cNvSpPr txBox="1"/>
          <p:nvPr/>
        </p:nvSpPr>
        <p:spPr>
          <a:xfrm>
            <a:off x="5550000" y="4200000"/>
            <a:ext cx="5913337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Melhorar performance e eficiência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Estabelecer padrões otimizados para novos projetos no GCP</a:t>
            </a:r>
          </a:p>
        </p:txBody>
      </p:sp>
      <p:pic>
        <p:nvPicPr>
          <p:cNvPr id="10" name="Log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324" y="5591735"/>
            <a:ext cx="1064560" cy="1120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728663" y="380000"/>
            <a:ext cx="10734674" cy="1000000"/>
          </a:xfrm>
        </p:spPr>
        <p:txBody>
          <a:bodyPr lIns="0" anchor="ctr">
            <a:normAutofit/>
          </a:bodyPr>
          <a:lstStyle/>
          <a:p>
            <a:pPr algn="l"/>
            <a:r>
              <a:rPr lang="pt-BR" sz="4000" b="1" dirty="0">
                <a:solidFill>
                  <a:srgbClr val="2E3C4E"/>
                </a:solidFill>
                <a:latin typeface="Barlow Bold" pitchFamily="34" charset="0"/>
                <a:ea typeface="Barlow Bold"/>
                <a:cs typeface="Barlow Bold"/>
              </a:rPr>
              <a:t>O que foi feito</a:t>
            </a:r>
          </a:p>
        </p:txBody>
      </p:sp>
      <p:sp>
        <p:nvSpPr>
          <p:cNvPr id="3" name="Card 1"/>
          <p:cNvSpPr txBox="0"/>
          <p:nvPr/>
        </p:nvSpPr>
        <p:spPr>
          <a:xfrm>
            <a:off x="728663" y="1600000"/>
            <a:ext cx="3378224" cy="370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/>
          </a:p>
        </p:txBody>
      </p:sp>
      <p:sp>
        <p:nvSpPr>
          <p:cNvPr id="4" name="Número 1"/>
          <p:cNvSpPr txBox="0"/>
          <p:nvPr/>
        </p:nvSpPr>
        <p:spPr>
          <a:xfrm>
            <a:off x="978663" y="1850000"/>
            <a:ext cx="520000" cy="520000"/>
          </a:xfrm>
          <a:prstGeom prst="ellipse">
            <a:avLst/>
          </a:prstGeom>
          <a:solidFill>
            <a:srgbClr val="0022C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o 1"/>
          <p:cNvSpPr txBox="1"/>
          <p:nvPr/>
        </p:nvSpPr>
        <p:spPr>
          <a:xfrm>
            <a:off x="978663" y="2550000"/>
            <a:ext cx="2878224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Diagnóstico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[Como foram identificadas as consultas e tabelas com maior consumo]</a:t>
            </a:r>
          </a:p>
        </p:txBody>
      </p:sp>
      <p:sp>
        <p:nvSpPr>
          <p:cNvPr id="6" name="Card 2"/>
          <p:cNvSpPr txBox="0"/>
          <p:nvPr/>
        </p:nvSpPr>
        <p:spPr>
          <a:xfrm>
            <a:off x="4406887" y="1600000"/>
            <a:ext cx="3378224" cy="370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/>
          </a:p>
        </p:txBody>
      </p:sp>
      <p:sp>
        <p:nvSpPr>
          <p:cNvPr id="7" name="Número 2"/>
          <p:cNvSpPr txBox="0"/>
          <p:nvPr/>
        </p:nvSpPr>
        <p:spPr>
          <a:xfrm>
            <a:off x="4656887" y="1850000"/>
            <a:ext cx="520000" cy="520000"/>
          </a:xfrm>
          <a:prstGeom prst="ellipse">
            <a:avLst/>
          </a:prstGeom>
          <a:solidFill>
            <a:srgbClr val="0022C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o 2"/>
          <p:cNvSpPr txBox="1"/>
          <p:nvPr/>
        </p:nvSpPr>
        <p:spPr>
          <a:xfrm>
            <a:off x="4656887" y="2550000"/>
            <a:ext cx="2878224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Refatoração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[Consultas reescritas com seleção apenas das colunas necessárias, sem SELECT *]</a:t>
            </a:r>
          </a:p>
        </p:txBody>
      </p:sp>
      <p:sp>
        <p:nvSpPr>
          <p:cNvPr id="9" name="Card 3"/>
          <p:cNvSpPr txBox="0"/>
          <p:nvPr/>
        </p:nvSpPr>
        <p:spPr>
          <a:xfrm>
            <a:off x="8085111" y="1600000"/>
            <a:ext cx="3378224" cy="370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/>
          </a:p>
        </p:txBody>
      </p:sp>
      <p:sp>
        <p:nvSpPr>
          <p:cNvPr id="10" name="Número 3"/>
          <p:cNvSpPr txBox="0"/>
          <p:nvPr/>
        </p:nvSpPr>
        <p:spPr>
          <a:xfrm>
            <a:off x="8335111" y="1850000"/>
            <a:ext cx="520000" cy="520000"/>
          </a:xfrm>
          <a:prstGeom prst="ellipse">
            <a:avLst/>
          </a:prstGeom>
          <a:solidFill>
            <a:srgbClr val="0022C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o 3"/>
          <p:cNvSpPr txBox="1"/>
          <p:nvPr/>
        </p:nvSpPr>
        <p:spPr>
          <a:xfrm>
            <a:off x="8335111" y="2550000"/>
            <a:ext cx="2878224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Padronização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[Boas práticas definidas para novos projetos no GCP]</a:t>
            </a:r>
          </a:p>
        </p:txBody>
      </p:sp>
      <p:pic>
        <p:nvPicPr>
          <p:cNvPr id="12" name="Log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324" y="5591735"/>
            <a:ext cx="1064560" cy="1120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728663" y="380000"/>
            <a:ext cx="10734674" cy="1000000"/>
          </a:xfrm>
        </p:spPr>
        <p:txBody>
          <a:bodyPr lIns="0" anchor="ctr">
            <a:normAutofit/>
          </a:bodyPr>
          <a:lstStyle/>
          <a:p>
            <a:pPr algn="l"/>
            <a:r>
              <a:rPr lang="pt-BR" sz="4000" b="1" dirty="0">
                <a:solidFill>
                  <a:srgbClr val="2E3C4E"/>
                </a:solidFill>
                <a:latin typeface="Barlow Bold" pitchFamily="34" charset="0"/>
                <a:ea typeface="Barlow Bold"/>
                <a:cs typeface="Barlow Bold"/>
              </a:rPr>
              <a:t>Antes e Depois</a:t>
            </a:r>
          </a:p>
        </p:txBody>
      </p:sp>
      <p:sp>
        <p:nvSpPr>
          <p:cNvPr id="3" name="Etiqueta Antes"/>
          <p:cNvSpPr txBox="0"/>
          <p:nvPr/>
        </p:nvSpPr>
        <p:spPr>
          <a:xfrm>
            <a:off x="728663" y="1550000"/>
            <a:ext cx="1500000" cy="400000"/>
          </a:xfrm>
          <a:prstGeom prst="roundRect">
            <a:avLst>
              <a:gd name="adj" fmla="val 50000"/>
            </a:avLst>
          </a:prstGeom>
          <a:solidFill>
            <a:srgbClr val="D9DEE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E3C4E"/>
                </a:solidFill>
              </a:rPr>
              <a:t>Antes</a:t>
            </a:r>
          </a:p>
        </p:txBody>
      </p:sp>
      <p:sp>
        <p:nvSpPr>
          <p:cNvPr id="4" name="Código Antes"/>
          <p:cNvSpPr txBox="0"/>
          <p:nvPr/>
        </p:nvSpPr>
        <p:spPr>
          <a:xfrm>
            <a:off x="728663" y="2050000"/>
            <a:ext cx="5217337" cy="1200000"/>
          </a:xfrm>
          <a:prstGeom prst="roundRect">
            <a:avLst>
              <a:gd name="adj" fmla="val 6000"/>
            </a:avLst>
          </a:prstGeom>
          <a:solidFill>
            <a:srgbClr val="2E3C4E"/>
          </a:solidFill>
          <a:ln>
            <a:noFill/>
          </a:ln>
        </p:spPr>
        <p:txBody>
          <a:bodyPr wrap="square" lIns="250000" tIns="100000" rIns="250000" bIns="100000" rtlCol="0" anchor="ctr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FFFFFF"/>
                </a:solidFill>
                <a:latin typeface="Consolas"/>
                <a:cs typeface="Consolas"/>
              </a:rPr>
              <a:t>SELECT * FROM ip24</a:t>
            </a:r>
          </a:p>
        </p:txBody>
      </p:sp>
      <p:sp>
        <p:nvSpPr>
          <p:cNvPr id="5" name="Legenda Antes"/>
          <p:cNvSpPr txBox="1"/>
          <p:nvPr/>
        </p:nvSpPr>
        <p:spPr>
          <a:xfrm>
            <a:off x="728663" y="3350000"/>
            <a:ext cx="5217337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Processa todas as 47 colunas da tabela</a:t>
            </a:r>
          </a:p>
        </p:txBody>
      </p:sp>
      <p:sp>
        <p:nvSpPr>
          <p:cNvPr id="6" name="Etiqueta Depois"/>
          <p:cNvSpPr txBox="0"/>
          <p:nvPr/>
        </p:nvSpPr>
        <p:spPr>
          <a:xfrm>
            <a:off x="6246000" y="1550000"/>
            <a:ext cx="1500000" cy="400000"/>
          </a:xfrm>
          <a:prstGeom prst="roundRect">
            <a:avLst>
              <a:gd name="adj" fmla="val 50000"/>
            </a:avLst>
          </a:prstGeom>
          <a:solidFill>
            <a:srgbClr val="00C8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1" dirty="0">
                <a:solidFill>
                  <a:srgbClr val="2E3C4E"/>
                </a:solidFill>
              </a:rPr>
              <a:t>Depois</a:t>
            </a:r>
          </a:p>
        </p:txBody>
      </p:sp>
      <p:sp>
        <p:nvSpPr>
          <p:cNvPr id="7" name="Código Depois"/>
          <p:cNvSpPr txBox="0"/>
          <p:nvPr/>
        </p:nvSpPr>
        <p:spPr>
          <a:xfrm>
            <a:off x="6246000" y="2050000"/>
            <a:ext cx="5217337" cy="1200000"/>
          </a:xfrm>
          <a:prstGeom prst="roundRect">
            <a:avLst>
              <a:gd name="adj" fmla="val 6000"/>
            </a:avLst>
          </a:prstGeom>
          <a:solidFill>
            <a:srgbClr val="2E3C4E"/>
          </a:solidFill>
          <a:ln>
            <a:noFill/>
          </a:ln>
        </p:spPr>
        <p:txBody>
          <a:bodyPr wrap="square" lIns="250000" tIns="100000" rIns="250000" bIns="100000" rtlCol="0" anchor="ctr">
            <a:noAutofit/>
          </a:bodyPr>
          <a:lstStyle/>
          <a:p>
            <a:pPr algn="l"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FFFFFF"/>
                </a:solidFill>
                <a:latin typeface="Consolas"/>
                <a:cs typeface="Consolas"/>
              </a:rPr>
              <a:t>SELECT coluna1, coluna2, coluna3, coluna4, coluna5 FROM ip24</a:t>
            </a:r>
          </a:p>
        </p:txBody>
      </p:sp>
      <p:sp>
        <p:nvSpPr>
          <p:cNvPr id="8" name="Legenda Depois"/>
          <p:cNvSpPr txBox="1"/>
          <p:nvPr/>
        </p:nvSpPr>
        <p:spPr>
          <a:xfrm>
            <a:off x="6246000" y="3350000"/>
            <a:ext cx="5217337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Processa apenas as 5 colunas necessárias</a:t>
            </a:r>
          </a:p>
        </p:txBody>
      </p:sp>
      <p:sp>
        <p:nvSpPr>
          <p:cNvPr id="9" name="Faixa resultado"/>
          <p:cNvSpPr txBox="0"/>
          <p:nvPr/>
        </p:nvSpPr>
        <p:spPr>
          <a:xfrm>
            <a:off x="728663" y="4250000"/>
            <a:ext cx="9900000" cy="11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/>
          </a:p>
        </p:txBody>
      </p:sp>
      <p:sp>
        <p:nvSpPr>
          <p:cNvPr id="10" name="Métrica"/>
          <p:cNvSpPr txBox="1"/>
          <p:nvPr/>
        </p:nvSpPr>
        <p:spPr>
          <a:xfrm>
            <a:off x="978663" y="4250000"/>
            <a:ext cx="19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4000" b="1" dirty="0">
                <a:solidFill>
                  <a:srgbClr val="0022CC"/>
                </a:solidFill>
              </a:rPr>
              <a:t>60%</a:t>
            </a:r>
          </a:p>
        </p:txBody>
      </p:sp>
      <p:sp>
        <p:nvSpPr>
          <p:cNvPr id="11" name="Métrica texto"/>
          <p:cNvSpPr txBox="1"/>
          <p:nvPr/>
        </p:nvSpPr>
        <p:spPr>
          <a:xfrm>
            <a:off x="2978663" y="4250000"/>
            <a:ext cx="74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3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Redução no volume processado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384653"/>
                </a:solidFill>
              </a:rPr>
              <a:t>Menos dados lidos = menor consumo de recursos e menor custo no BigQuery</a:t>
            </a:r>
          </a:p>
        </p:txBody>
      </p:sp>
      <p:pic>
        <p:nvPicPr>
          <p:cNvPr id="12" name="Log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324" y="5591735"/>
            <a:ext cx="1064560" cy="11205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>
            <a:spLocks noGrp="1"/>
          </p:cNvSpPr>
          <p:nvPr>
            <p:ph type="title"/>
          </p:nvPr>
        </p:nvSpPr>
        <p:spPr>
          <a:xfrm>
            <a:off x="728663" y="380000"/>
            <a:ext cx="10734674" cy="1000000"/>
          </a:xfrm>
        </p:spPr>
        <p:txBody>
          <a:bodyPr lIns="0" anchor="ctr">
            <a:normAutofit/>
          </a:bodyPr>
          <a:lstStyle/>
          <a:p>
            <a:pPr algn="l"/>
            <a:r>
              <a:rPr lang="pt-BR" sz="4000" b="1" dirty="0">
                <a:solidFill>
                  <a:srgbClr val="2E3C4E"/>
                </a:solidFill>
                <a:latin typeface="Barlow Bold" pitchFamily="34" charset="0"/>
                <a:ea typeface="Barlow Bold"/>
                <a:cs typeface="Barlow Bold"/>
              </a:rPr>
              <a:t>Resultados e Próximos Passos</a:t>
            </a:r>
          </a:p>
        </p:txBody>
      </p:sp>
      <p:sp>
        <p:nvSpPr>
          <p:cNvPr id="3" name="Métrica 1"/>
          <p:cNvSpPr txBox="0"/>
          <p:nvPr/>
        </p:nvSpPr>
        <p:spPr>
          <a:xfrm>
            <a:off x="728663" y="1600000"/>
            <a:ext cx="5200000" cy="11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/>
          </a:p>
        </p:txBody>
      </p:sp>
      <p:sp>
        <p:nvSpPr>
          <p:cNvPr id="4" name="Valor 1"/>
          <p:cNvSpPr txBox="1"/>
          <p:nvPr/>
        </p:nvSpPr>
        <p:spPr>
          <a:xfrm>
            <a:off x="978663" y="1600000"/>
            <a:ext cx="23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0022CC"/>
                </a:solidFill>
              </a:rPr>
              <a:t>60%</a:t>
            </a:r>
          </a:p>
        </p:txBody>
      </p:sp>
      <p:sp>
        <p:nvSpPr>
          <p:cNvPr id="5" name="Rótulo 1"/>
          <p:cNvSpPr txBox="1"/>
          <p:nvPr/>
        </p:nvSpPr>
        <p:spPr>
          <a:xfrm>
            <a:off x="3278663" y="1600000"/>
            <a:ext cx="25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2E3C4E"/>
                </a:solidFill>
              </a:rPr>
              <a:t>Redução no volume processado</a:t>
            </a:r>
          </a:p>
        </p:txBody>
      </p:sp>
      <p:sp>
        <p:nvSpPr>
          <p:cNvPr id="6" name="Métrica 2"/>
          <p:cNvSpPr txBox="0"/>
          <p:nvPr/>
        </p:nvSpPr>
        <p:spPr>
          <a:xfrm>
            <a:off x="728663" y="2850000"/>
            <a:ext cx="5200000" cy="11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/>
          </a:p>
        </p:txBody>
      </p:sp>
      <p:sp>
        <p:nvSpPr>
          <p:cNvPr id="7" name="Valor 2"/>
          <p:cNvSpPr txBox="1"/>
          <p:nvPr/>
        </p:nvSpPr>
        <p:spPr>
          <a:xfrm>
            <a:off x="978663" y="2850000"/>
            <a:ext cx="23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0022CC"/>
                </a:solidFill>
              </a:rPr>
              <a:t>54,81%</a:t>
            </a:r>
          </a:p>
        </p:txBody>
      </p:sp>
      <p:sp>
        <p:nvSpPr>
          <p:cNvPr id="8" name="Rótulo 2"/>
          <p:cNvSpPr txBox="1"/>
          <p:nvPr/>
        </p:nvSpPr>
        <p:spPr>
          <a:xfrm>
            <a:off x="3278663" y="2850000"/>
            <a:ext cx="25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2E3C4E"/>
                </a:solidFill>
              </a:rPr>
              <a:t>Redução do custo mensal no BigQuery (−R$ 4.509,76)</a:t>
            </a:r>
          </a:p>
        </p:txBody>
      </p:sp>
      <p:sp>
        <p:nvSpPr>
          <p:cNvPr id="9" name="Métrica 3"/>
          <p:cNvSpPr txBox="0"/>
          <p:nvPr/>
        </p:nvSpPr>
        <p:spPr>
          <a:xfrm>
            <a:off x="728663" y="4100000"/>
            <a:ext cx="5200000" cy="11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pt-BR"/>
          </a:p>
        </p:txBody>
      </p:sp>
      <p:sp>
        <p:nvSpPr>
          <p:cNvPr id="10" name="Valor 3"/>
          <p:cNvSpPr txBox="1"/>
          <p:nvPr/>
        </p:nvSpPr>
        <p:spPr>
          <a:xfrm>
            <a:off x="978663" y="4100000"/>
            <a:ext cx="23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3200" b="1" dirty="0">
                <a:solidFill>
                  <a:srgbClr val="0022CC"/>
                </a:solidFill>
              </a:rPr>
              <a:t>xx%</a:t>
            </a:r>
          </a:p>
        </p:txBody>
      </p:sp>
      <p:sp>
        <p:nvSpPr>
          <p:cNvPr id="11" name="Rótulo 3"/>
          <p:cNvSpPr txBox="1"/>
          <p:nvPr/>
        </p:nvSpPr>
        <p:spPr>
          <a:xfrm>
            <a:off x="3278663" y="4100000"/>
            <a:ext cx="2500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pt-BR" sz="1600" b="0" dirty="0">
                <a:solidFill>
                  <a:srgbClr val="2E3C4E"/>
                </a:solidFill>
              </a:rPr>
              <a:t>[Ganho no tempo de resposta das consultas]</a:t>
            </a:r>
          </a:p>
        </p:txBody>
      </p:sp>
      <p:sp>
        <p:nvSpPr>
          <p:cNvPr id="12" name="Card Próximos passos"/>
          <p:cNvSpPr txBox="0"/>
          <p:nvPr/>
        </p:nvSpPr>
        <p:spPr>
          <a:xfrm>
            <a:off x="6228663" y="1600000"/>
            <a:ext cx="5234674" cy="360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</p:spPr>
        <p:txBody>
          <a:bodyPr wrap="square" lIns="250000" tIns="250000" rIns="250000" bIns="200000" rtlCol="0" anchor="t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pt-BR" sz="2000" b="1" dirty="0">
                <a:solidFill>
                  <a:srgbClr val="2E3C4E"/>
                </a:solidFill>
              </a:rPr>
              <a:t>Próximos passos</a:t>
            </a:r>
          </a:p>
          <a:p>
            <a:pPr algn="l" marL="285750" indent="-285750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lang="pt-BR" sz="1600" b="0" dirty="0">
                <a:solidFill>
                  <a:srgbClr val="384653"/>
                </a:solidFill>
              </a:rPr>
              <a:t>[Replicar o padrão otimizado em novos projetos no GCP]</a:t>
            </a:r>
          </a:p>
          <a:p>
            <a:pPr algn="l" marL="285750" indent="-285750">
              <a:lnSpc>
                <a:spcPct val="100000"/>
              </a:lnSpc>
              <a:spcAft>
                <a:spcPts val="800"/>
              </a:spcAft>
              <a:buFont typeface="Arial"/>
              <a:buChar char="•"/>
            </a:pPr>
            <a:r>
              <a:rPr lang="pt-BR" sz="1600" b="0" dirty="0">
                <a:solidFill>
                  <a:srgbClr val="384653"/>
                </a:solidFill>
              </a:rPr>
              <a:t>[Monitorar o consumo mensal do BigQuery]</a:t>
            </a:r>
          </a:p>
          <a:p>
            <a:pPr algn="l" marL="285750" indent="-285750">
              <a:lnSpc>
                <a:spcPct val="100000"/>
              </a:lnSpc>
              <a:spcAft>
                <a:spcPts val="0"/>
              </a:spcAft>
              <a:buFont typeface="Arial"/>
              <a:buChar char="•"/>
            </a:pPr>
            <a:r>
              <a:rPr lang="pt-BR" sz="1600" b="0" dirty="0">
                <a:solidFill>
                  <a:srgbClr val="384653"/>
                </a:solidFill>
              </a:rPr>
              <a:t>[Registrar lições aprendidas e boas práticas]</a:t>
            </a:r>
          </a:p>
        </p:txBody>
      </p:sp>
      <p:pic>
        <p:nvPicPr>
          <p:cNvPr id="13" name="Logo Suzano" descr="Logotipo Suzan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3324" y="5591735"/>
            <a:ext cx="1064560" cy="11205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76BFA123-CBC9-1D8C-F24E-A05124F3F269}"/>
              </a:ext>
            </a:extLst>
          </p:cNvPr>
          <p:cNvSpPr/>
          <p:nvPr/>
        </p:nvSpPr>
        <p:spPr>
          <a:xfrm>
            <a:off x="-33602" y="-117608"/>
            <a:ext cx="12281602" cy="6989256"/>
          </a:xfrm>
          <a:prstGeom prst="rect">
            <a:avLst/>
          </a:prstGeom>
          <a:solidFill>
            <a:srgbClr val="0022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" descr="Image">
            <a:extLst>
              <a:ext uri="{FF2B5EF4-FFF2-40B4-BE49-F238E27FC236}">
                <a16:creationId xmlns:a16="http://schemas.microsoft.com/office/drawing/2014/main" id="{5EA65AE8-DD01-E4A3-1F7F-0DB00177F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1916" y="-3443208"/>
            <a:ext cx="15243175" cy="15240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6" name="TextBox 14">
            <a:extLst>
              <a:ext uri="{FF2B5EF4-FFF2-40B4-BE49-F238E27FC236}">
                <a16:creationId xmlns:a16="http://schemas.microsoft.com/office/drawing/2014/main" id="{15D934DC-ACF8-6F2A-9543-0B27E87AE6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63838"/>
            <a:ext cx="12192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rgbClr val="00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 panose="020F0502020204030204" pitchFamily="34" charset="0"/>
              </a:defRPr>
            </a:lvl9pPr>
          </a:lstStyle>
          <a:p>
            <a:pPr algn="ctr" eaLnBrk="1"/>
            <a:r>
              <a:rPr lang="en-US" altLang="en-US" sz="4800" dirty="0" err="1">
                <a:solidFill>
                  <a:srgbClr val="00C85A"/>
                </a:solidFill>
                <a:latin typeface="Suzano Unicase" panose="02010503030508060203" pitchFamily="2" charset="0"/>
                <a:ea typeface="Suzano Sans Regular"/>
                <a:cs typeface="Suzano Sans Regular"/>
                <a:sym typeface="Suzano Sans Regular"/>
              </a:rPr>
              <a:t>agradecemos</a:t>
            </a:r>
            <a:endParaRPr lang="en-US" altLang="en-US" sz="4800" dirty="0">
              <a:solidFill>
                <a:srgbClr val="00C85A"/>
              </a:solidFill>
              <a:latin typeface="Suzano Unicase" panose="02010503030508060203" pitchFamily="2" charset="0"/>
              <a:ea typeface="Suzano Sans Regular"/>
              <a:cs typeface="Suzano Sans Regular"/>
              <a:sym typeface="Suzano Sans Regular"/>
            </a:endParaRP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FB7BB7CE-0B33-B909-D5DA-B4ED1D763C64}"/>
              </a:ext>
            </a:extLst>
          </p:cNvPr>
          <p:cNvGrpSpPr/>
          <p:nvPr/>
        </p:nvGrpSpPr>
        <p:grpSpPr>
          <a:xfrm>
            <a:off x="2412141" y="5350680"/>
            <a:ext cx="8298415" cy="1033866"/>
            <a:chOff x="2412141" y="5350680"/>
            <a:chExt cx="8298415" cy="1033866"/>
          </a:xfrm>
        </p:grpSpPr>
        <p:grpSp>
          <p:nvGrpSpPr>
            <p:cNvPr id="29" name="Group 3">
              <a:extLst>
                <a:ext uri="{FF2B5EF4-FFF2-40B4-BE49-F238E27FC236}">
                  <a16:creationId xmlns:a16="http://schemas.microsoft.com/office/drawing/2014/main" id="{A872050E-360E-2C0C-26D1-807B5446D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2141" y="5705901"/>
              <a:ext cx="6047084" cy="323424"/>
              <a:chOff x="2412141" y="5705901"/>
              <a:chExt cx="6047521" cy="323324"/>
            </a:xfrm>
          </p:grpSpPr>
          <p:grpSp>
            <p:nvGrpSpPr>
              <p:cNvPr id="32" name="Group">
                <a:extLst>
                  <a:ext uri="{FF2B5EF4-FFF2-40B4-BE49-F238E27FC236}">
                    <a16:creationId xmlns:a16="http://schemas.microsoft.com/office/drawing/2014/main" id="{7396ED01-75E6-1542-9F65-D0981B1698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12141" y="5705901"/>
                <a:ext cx="1972100" cy="323324"/>
                <a:chOff x="2412141" y="5705901"/>
                <a:chExt cx="1859112" cy="304800"/>
              </a:xfrm>
            </p:grpSpPr>
            <p:sp>
              <p:nvSpPr>
                <p:cNvPr id="42" name="CaixaDeTexto 28">
                  <a:hlinkClick r:id="rId3"/>
                  <a:extLst>
                    <a:ext uri="{FF2B5EF4-FFF2-40B4-BE49-F238E27FC236}">
                      <a16:creationId xmlns:a16="http://schemas.microsoft.com/office/drawing/2014/main" id="{1D0E6E93-5B85-3BC0-C5B7-9323F270A5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84073" y="5705901"/>
                  <a:ext cx="1587180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45719" tIns="45719" rIns="45719" bIns="45719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1100" dirty="0">
                      <a:solidFill>
                        <a:srgbClr val="EBEBEB"/>
                      </a:solidFill>
                      <a:latin typeface="Suzano Display" panose="02010503030508060203" pitchFamily="2" charset="0"/>
                      <a:sym typeface="Suzano Display" panose="02010503030508060203" pitchFamily="2" charset="0"/>
                    </a:rPr>
                    <a:t>@suzanoempresa</a:t>
                  </a:r>
                </a:p>
              </p:txBody>
            </p:sp>
            <p:pic>
              <p:nvPicPr>
                <p:cNvPr id="43" name="Image" descr="Image">
                  <a:extLst>
                    <a:ext uri="{FF2B5EF4-FFF2-40B4-BE49-F238E27FC236}">
                      <a16:creationId xmlns:a16="http://schemas.microsoft.com/office/drawing/2014/main" id="{052A8DAA-5C50-82B1-48EA-F8A30852F5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12141" y="5744001"/>
                  <a:ext cx="228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3" name="Group">
                <a:extLst>
                  <a:ext uri="{FF2B5EF4-FFF2-40B4-BE49-F238E27FC236}">
                    <a16:creationId xmlns:a16="http://schemas.microsoft.com/office/drawing/2014/main" id="{F9550068-0D31-BD8F-919B-81CDD0CAF9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06204" y="5705901"/>
                <a:ext cx="1998222" cy="323324"/>
                <a:chOff x="4206204" y="5705901"/>
                <a:chExt cx="1883737" cy="304800"/>
              </a:xfrm>
            </p:grpSpPr>
            <p:sp>
              <p:nvSpPr>
                <p:cNvPr id="40" name="CaixaDeTexto 38">
                  <a:hlinkClick r:id="rId5"/>
                  <a:extLst>
                    <a:ext uri="{FF2B5EF4-FFF2-40B4-BE49-F238E27FC236}">
                      <a16:creationId xmlns:a16="http://schemas.microsoft.com/office/drawing/2014/main" id="{3F5EFCB1-14C2-0673-AB42-49FCAE00E2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02761" y="5705901"/>
                  <a:ext cx="1587180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45719" tIns="45719" rIns="45719" bIns="45719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1100" dirty="0">
                      <a:solidFill>
                        <a:srgbClr val="EBEBEB"/>
                      </a:solidFill>
                      <a:latin typeface="Suzano Display" panose="02010503030508060203" pitchFamily="2" charset="0"/>
                      <a:sym typeface="Suzano Display" panose="02010503030508060203" pitchFamily="2" charset="0"/>
                    </a:rPr>
                    <a:t>@suzano_oficial</a:t>
                  </a:r>
                </a:p>
              </p:txBody>
            </p:sp>
            <p:pic>
              <p:nvPicPr>
                <p:cNvPr id="41" name="Image" descr="Image">
                  <a:extLst>
                    <a:ext uri="{FF2B5EF4-FFF2-40B4-BE49-F238E27FC236}">
                      <a16:creationId xmlns:a16="http://schemas.microsoft.com/office/drawing/2014/main" id="{5DE407B7-D0FC-5418-B67B-9A7A2B4084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206204" y="5744001"/>
                  <a:ext cx="228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4" name="Group">
                <a:extLst>
                  <a:ext uri="{FF2B5EF4-FFF2-40B4-BE49-F238E27FC236}">
                    <a16:creationId xmlns:a16="http://schemas.microsoft.com/office/drawing/2014/main" id="{9F1511D1-A467-3022-B821-9EE857150F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67998" y="5705901"/>
                <a:ext cx="1187175" cy="323324"/>
                <a:chOff x="5967998" y="5705901"/>
                <a:chExt cx="1119157" cy="304800"/>
              </a:xfrm>
            </p:grpSpPr>
            <p:sp>
              <p:nvSpPr>
                <p:cNvPr id="38" name="CaixaDeTexto 43">
                  <a:hlinkClick r:id="rId7"/>
                  <a:extLst>
                    <a:ext uri="{FF2B5EF4-FFF2-40B4-BE49-F238E27FC236}">
                      <a16:creationId xmlns:a16="http://schemas.microsoft.com/office/drawing/2014/main" id="{6AD8B247-CFC2-07EB-FDC8-9CAE6210C14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8942" y="5705901"/>
                  <a:ext cx="838213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45719" tIns="45719" rIns="45719" bIns="45719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1100">
                      <a:solidFill>
                        <a:srgbClr val="EBEBEB"/>
                      </a:solidFill>
                      <a:latin typeface="Suzano Display" panose="02010503030508060203" pitchFamily="2" charset="0"/>
                      <a:sym typeface="Suzano Display" panose="02010503030508060203" pitchFamily="2" charset="0"/>
                    </a:rPr>
                    <a:t>@suzano</a:t>
                  </a:r>
                </a:p>
              </p:txBody>
            </p:sp>
            <p:pic>
              <p:nvPicPr>
                <p:cNvPr id="39" name="Image" descr="Image">
                  <a:extLst>
                    <a:ext uri="{FF2B5EF4-FFF2-40B4-BE49-F238E27FC236}">
                      <a16:creationId xmlns:a16="http://schemas.microsoft.com/office/drawing/2014/main" id="{8F6F1734-02EB-A833-8397-2C4EF5855C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67998" y="5788054"/>
                  <a:ext cx="228600" cy="1625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35" name="Group">
                <a:extLst>
                  <a:ext uri="{FF2B5EF4-FFF2-40B4-BE49-F238E27FC236}">
                    <a16:creationId xmlns:a16="http://schemas.microsoft.com/office/drawing/2014/main" id="{BC8BA25D-A5AF-E46A-E1C4-8058AD4E9F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10699" y="5705901"/>
                <a:ext cx="1248963" cy="323324"/>
                <a:chOff x="7210699" y="5705901"/>
                <a:chExt cx="1177405" cy="304800"/>
              </a:xfrm>
            </p:grpSpPr>
            <p:sp>
              <p:nvSpPr>
                <p:cNvPr id="36" name="CaixaDeTexto 44">
                  <a:hlinkClick r:id="rId9"/>
                  <a:extLst>
                    <a:ext uri="{FF2B5EF4-FFF2-40B4-BE49-F238E27FC236}">
                      <a16:creationId xmlns:a16="http://schemas.microsoft.com/office/drawing/2014/main" id="{D18D61C1-EE3F-125C-92E5-285227EE5D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507044" y="5705901"/>
                  <a:ext cx="881060" cy="3048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  <p:txBody>
                <a:bodyPr lIns="45719" tIns="45719" rIns="45719" bIns="45719" anchor="ctr"/>
                <a:lstStyle>
                  <a:defPPr>
                    <a:defRPr lang="en-US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1pPr>
                  <a:lvl2pPr marL="742950" indent="-28575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2pPr>
                  <a:lvl3pPr marL="11430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3pPr>
                  <a:lvl4pPr marL="16002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4pPr>
                  <a:lvl5pPr marL="2057400" indent="-228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5pPr>
                  <a:lvl6pPr marL="25146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6pPr>
                  <a:lvl7pPr marL="29718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7pPr>
                  <a:lvl8pPr marL="34290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8pPr>
                  <a:lvl9pPr marL="3886200" indent="-228600" algn="l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rgbClr val="000000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  <a:sym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1100">
                      <a:solidFill>
                        <a:srgbClr val="EBEBEB"/>
                      </a:solidFill>
                      <a:latin typeface="Suzano Display" panose="02010503030508060203" pitchFamily="2" charset="0"/>
                      <a:sym typeface="Suzano Display" panose="02010503030508060203" pitchFamily="2" charset="0"/>
                    </a:rPr>
                    <a:t>@suzano</a:t>
                  </a:r>
                </a:p>
              </p:txBody>
            </p:sp>
            <p:pic>
              <p:nvPicPr>
                <p:cNvPr id="37" name="Image" descr="Image">
                  <a:extLst>
                    <a:ext uri="{FF2B5EF4-FFF2-40B4-BE49-F238E27FC236}">
                      <a16:creationId xmlns:a16="http://schemas.microsoft.com/office/drawing/2014/main" id="{41443178-0493-01E6-F143-588DB4D3B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210699" y="5744001"/>
                  <a:ext cx="228600" cy="2286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4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30" name="CaixaDeTexto 45">
              <a:hlinkClick r:id="rId9"/>
              <a:extLst>
                <a:ext uri="{FF2B5EF4-FFF2-40B4-BE49-F238E27FC236}">
                  <a16:creationId xmlns:a16="http://schemas.microsoft.com/office/drawing/2014/main" id="{B9DF1BB1-6A5B-C72C-9342-DE90E1654F17}"/>
                </a:ext>
              </a:extLst>
            </p:cNvPr>
            <p:cNvSpPr txBox="1"/>
            <p:nvPr/>
          </p:nvSpPr>
          <p:spPr>
            <a:xfrm>
              <a:off x="8338623" y="5744936"/>
              <a:ext cx="1264127" cy="2539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xmlns:lc="http://schemas.openxmlformats.org/drawingml/2006/lockedCanvas" val="1"/>
              </a:ext>
            </a:extLst>
          </p:spPr>
          <p:txBody>
            <a:bodyPr wrap="none" lIns="45719" rIns="45719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sz="1100" kern="1200">
                  <a:solidFill>
                    <a:srgbClr val="000000"/>
                  </a:solidFill>
                  <a:latin typeface="Suzano Text Medium"/>
                  <a:ea typeface="Suzano Text Medium"/>
                  <a:cs typeface="Suzano Text Medium"/>
                  <a:sym typeface="Suzano Text Medium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rgbClr val="000000"/>
                  </a:solidFill>
                  <a:latin typeface="Calibri" panose="020F0502020204030204" pitchFamily="34" charset="0"/>
                  <a:ea typeface="+mn-ea"/>
                  <a:cs typeface="Calibri" panose="020F0502020204030204" pitchFamily="34" charset="0"/>
                  <a:sym typeface="Calibri" panose="020F0502020204030204" pitchFamily="34" charset="0"/>
                </a:defRPr>
              </a:lvl9pPr>
            </a:lstStyle>
            <a:p>
              <a:r>
                <a:rPr sz="1050" dirty="0" err="1">
                  <a:solidFill>
                    <a:srgbClr val="EBEBEB"/>
                  </a:solidFill>
                  <a:latin typeface="Suzano Display" panose="02010503030508060203" pitchFamily="2" charset="0"/>
                </a:rPr>
                <a:t>Acesse</a:t>
              </a:r>
              <a:r>
                <a:rPr sz="1050" dirty="0">
                  <a:solidFill>
                    <a:srgbClr val="EBEBEB"/>
                  </a:solidFill>
                  <a:latin typeface="Suzano Display" panose="02010503030508060203" pitchFamily="2" charset="0"/>
                </a:rPr>
                <a:t> </a:t>
              </a:r>
              <a:r>
                <a:rPr sz="1050" dirty="0" err="1">
                  <a:solidFill>
                    <a:srgbClr val="EBEBEB"/>
                  </a:solidFill>
                  <a:latin typeface="Suzano Display" panose="02010503030508060203" pitchFamily="2" charset="0"/>
                </a:rPr>
                <a:t>nosso</a:t>
              </a:r>
              <a:r>
                <a:rPr sz="1050" dirty="0">
                  <a:solidFill>
                    <a:srgbClr val="EBEBEB"/>
                  </a:solidFill>
                  <a:latin typeface="Suzano Display" panose="02010503030508060203" pitchFamily="2" charset="0"/>
                </a:rPr>
                <a:t> site :</a:t>
              </a:r>
            </a:p>
          </p:txBody>
        </p:sp>
        <p:pic>
          <p:nvPicPr>
            <p:cNvPr id="31" name="Imagem 30" descr="Imagem 20">
              <a:extLst>
                <a:ext uri="{FF2B5EF4-FFF2-40B4-BE49-F238E27FC236}">
                  <a16:creationId xmlns:a16="http://schemas.microsoft.com/office/drawing/2014/main" id="{87D346A1-AE21-C083-E8E6-F1E523E16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479" t="5092" r="4706" b="4278"/>
            <a:stretch>
              <a:fillRect/>
            </a:stretch>
          </p:blipFill>
          <p:spPr>
            <a:xfrm>
              <a:off x="9674598" y="5350680"/>
              <a:ext cx="1035958" cy="1033866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28" name="Imagem 27" descr="Logotipo, nome da empresa&#10;&#10;Descrição gerada automaticamente">
            <a:extLst>
              <a:ext uri="{FF2B5EF4-FFF2-40B4-BE49-F238E27FC236}">
                <a16:creationId xmlns:a16="http://schemas.microsoft.com/office/drawing/2014/main" id="{36629D01-AB8B-BCEA-3657-B1B3C2D0F678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049" y="3694614"/>
            <a:ext cx="1725974" cy="1353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70459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663" y="380000"/>
            <a:ext cx="10734674" cy="1000000"/>
          </a:xfrm>
        </p:spPr>
        <p:txBody>
          <a:bodyPr lIns="0" anchor="ctr">
            <a:normAutofit/>
          </a:bodyPr>
          <a:lstStyle/>
          <a:p>
            <a:pPr algn="l"/>
            <a:r>
              <a:rPr sz="4000" b="1">
                <a:solidFill>
                  <a:srgbClr val="2E3C4E"/>
                </a:solidFill>
                <a:latin typeface="Barlow Bold"/>
              </a:rPr>
              <a:t>Comparativo de Custo</a:t>
            </a:r>
          </a:p>
        </p:txBody>
      </p:sp>
      <p:graphicFrame>
        <p:nvGraphicFramePr>
          <p:cNvPr id="3" name="Gráfico custo BigQuery" descr="Gráfico de colunas empilhadas: custo do BigQuery em julho/2025 (R$ 8.227,85) e agosto/2025 (R$ 1.663,25 realizado + R$ 2.054,84 previsto)"/>
          <p:cNvGraphicFramePr>
            <a:graphicFrameLocks noGrp="1"/>
          </p:cNvGraphicFramePr>
          <p:nvPr/>
        </p:nvGraphicFramePr>
        <p:xfrm>
          <a:off x="728663" y="1500000"/>
          <a:ext cx="6300000" cy="39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KPI 1"/>
          <p:cNvSpPr/>
          <p:nvPr/>
        </p:nvSpPr>
        <p:spPr>
          <a:xfrm>
            <a:off x="7328663" y="1500000"/>
            <a:ext cx="4134674" cy="1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0000" tIns="60000" rIns="200000" bIns="60000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22CC"/>
                </a:solidFill>
              </a:rPr>
              <a:t>−54,81%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E3C4E"/>
                </a:solidFill>
              </a:rPr>
              <a:t>Redução do custo mensal do BigQuery (julho × agosto/25)</a:t>
            </a:r>
          </a:p>
        </p:txBody>
      </p:sp>
      <p:sp>
        <p:nvSpPr>
          <p:cNvPr id="5" name="KPI 2"/>
          <p:cNvSpPr/>
          <p:nvPr/>
        </p:nvSpPr>
        <p:spPr>
          <a:xfrm>
            <a:off x="7328663" y="2850000"/>
            <a:ext cx="4134674" cy="1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0000" tIns="60000" rIns="200000" bIns="60000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22CC"/>
                </a:solidFill>
              </a:rPr>
              <a:t>R$ 4.509,76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E3C4E"/>
                </a:solidFill>
              </a:rPr>
              <a:t>Economia mensal prevista (R$ 8.227,85 → R$ 3.718,09)</a:t>
            </a:r>
          </a:p>
        </p:txBody>
      </p:sp>
      <p:sp>
        <p:nvSpPr>
          <p:cNvPr id="6" name="KPI 3"/>
          <p:cNvSpPr/>
          <p:nvPr/>
        </p:nvSpPr>
        <p:spPr>
          <a:xfrm>
            <a:off x="7328663" y="4200000"/>
            <a:ext cx="4134674" cy="12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0000" tIns="60000" rIns="200000" bIns="60000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22CC"/>
                </a:solidFill>
              </a:rPr>
              <a:t>≈ R$ 54,1 mil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2E3C4E"/>
                </a:solidFill>
              </a:rPr>
              <a:t>Projeção anual (× 12), se o patamar for mantido</a:t>
            </a:r>
          </a:p>
        </p:txBody>
      </p:sp>
      <p:sp>
        <p:nvSpPr>
          <p:cNvPr id="7" name="Fonte"/>
          <p:cNvSpPr/>
          <p:nvPr/>
        </p:nvSpPr>
        <p:spPr>
          <a:xfrm>
            <a:off x="728663" y="5480000"/>
            <a:ext cx="9900000" cy="52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775"/>
                </a:solidFill>
              </a:rPr>
              <a:t>Fonte: Google Cloud Billing (BigQuery). Agosto/2025 = realizado de 1 a 11/ago (R$ 1.663,25) + previsão do restante do mês (R$ 2.054,84); atualizar após o fechamento do mês.</a:t>
            </a:r>
          </a:p>
        </p:txBody>
      </p:sp>
      <p:pic>
        <p:nvPicPr>
          <p:cNvPr id="8" name="Logo Suzano" descr="Logotipo Suzan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3324" y="5591735"/>
            <a:ext cx="1064560" cy="11205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663" y="380000"/>
            <a:ext cx="10734674" cy="1000000"/>
          </a:xfrm>
        </p:spPr>
        <p:txBody>
          <a:bodyPr lIns="0" anchor="ctr">
            <a:normAutofit/>
          </a:bodyPr>
          <a:lstStyle/>
          <a:p>
            <a:pPr algn="l"/>
            <a:r>
              <a:rPr sz="4000" b="1">
                <a:solidFill>
                  <a:srgbClr val="2E3C4E"/>
                </a:solidFill>
                <a:latin typeface="Barlow Bold"/>
              </a:rPr>
              <a:t>Evidências no BigQuery</a:t>
            </a:r>
          </a:p>
        </p:txBody>
      </p:sp>
      <p:sp>
        <p:nvSpPr>
          <p:cNvPr id="3" name="Etiqueta 1"/>
          <p:cNvSpPr/>
          <p:nvPr/>
        </p:nvSpPr>
        <p:spPr>
          <a:xfrm>
            <a:off x="728663" y="1450000"/>
            <a:ext cx="3200000" cy="400000"/>
          </a:xfrm>
          <a:prstGeom prst="roundRect">
            <a:avLst>
              <a:gd name="adj" fmla="val 50000"/>
            </a:avLst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E3C4E"/>
                </a:solidFill>
              </a:rPr>
              <a:t>Julho/2025 · antes</a:t>
            </a:r>
          </a:p>
        </p:txBody>
      </p:sp>
      <p:pic>
        <p:nvPicPr>
          <p:cNvPr id="4" name="Gráfico diário 1" descr="Custo diário do BigQuery em julho/20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3" y="1950000"/>
            <a:ext cx="5217337" cy="1618549"/>
          </a:xfrm>
          <a:prstGeom prst="rect">
            <a:avLst/>
          </a:prstGeom>
        </p:spPr>
      </p:pic>
      <p:pic>
        <p:nvPicPr>
          <p:cNvPr id="5" name="Tabela custo 1" descr="Tabela de custo: BigQuery R$ 8.227,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663" y="3668549"/>
            <a:ext cx="5217337" cy="305248"/>
          </a:xfrm>
          <a:prstGeom prst="rect">
            <a:avLst/>
          </a:prstGeom>
        </p:spPr>
      </p:pic>
      <p:sp>
        <p:nvSpPr>
          <p:cNvPr id="6" name="Etiqueta 2"/>
          <p:cNvSpPr/>
          <p:nvPr/>
        </p:nvSpPr>
        <p:spPr>
          <a:xfrm>
            <a:off x="6246000" y="1450000"/>
            <a:ext cx="3200000" cy="400000"/>
          </a:xfrm>
          <a:prstGeom prst="roundRect">
            <a:avLst>
              <a:gd name="adj" fmla="val 50000"/>
            </a:avLst>
          </a:prstGeom>
          <a:solidFill>
            <a:srgbClr val="00C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E3C4E"/>
                </a:solidFill>
              </a:rPr>
              <a:t>Agosto/2025 · depois</a:t>
            </a:r>
          </a:p>
        </p:txBody>
      </p:sp>
      <p:pic>
        <p:nvPicPr>
          <p:cNvPr id="7" name="Gráfico diário 2" descr="Custo diário do BigQuery em agosto/2025, com previsão em cinza"/>
          <p:cNvPicPr>
            <a:picLocks noChangeAspect="1"/>
          </p:cNvPicPr>
          <p:nvPr/>
        </p:nvPicPr>
        <p:blipFill>
          <a:blip r:embed="rId4"/>
          <a:srcRect t="8300"/>
          <a:stretch>
            <a:fillRect/>
          </a:stretch>
        </p:blipFill>
        <p:spPr>
          <a:xfrm>
            <a:off x="6246000" y="1950000"/>
            <a:ext cx="5217337" cy="1555901"/>
          </a:xfrm>
          <a:prstGeom prst="rect">
            <a:avLst/>
          </a:prstGeom>
        </p:spPr>
      </p:pic>
      <p:pic>
        <p:nvPicPr>
          <p:cNvPr id="8" name="Tabela custo 2" descr="Tabela de custo: BigQuery R$ 1.663,25 até 11/a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000" y="3605901"/>
            <a:ext cx="5217337" cy="429757"/>
          </a:xfrm>
          <a:prstGeom prst="rect">
            <a:avLst/>
          </a:prstGeom>
        </p:spPr>
      </p:pic>
      <p:sp>
        <p:nvSpPr>
          <p:cNvPr id="9" name="Legenda previsão"/>
          <p:cNvSpPr/>
          <p:nvPr/>
        </p:nvSpPr>
        <p:spPr>
          <a:xfrm>
            <a:off x="6246000" y="4020000"/>
            <a:ext cx="5217337" cy="30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5A6775"/>
                </a:solidFill>
              </a:rPr>
              <a:t>Barras cinza: previsão do Google Cloud Billing.</a:t>
            </a:r>
          </a:p>
        </p:txBody>
      </p:sp>
      <p:sp>
        <p:nvSpPr>
          <p:cNvPr id="10" name="Faixa impacto"/>
          <p:cNvSpPr/>
          <p:nvPr/>
        </p:nvSpPr>
        <p:spPr>
          <a:xfrm>
            <a:off x="728663" y="4450000"/>
            <a:ext cx="9900000" cy="95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tIns="0" rIns="0" bIns="0"/>
          <a:lstStyle/>
          <a:p>
            <a:pPr algn="ctr"/>
          </a:p>
        </p:txBody>
      </p:sp>
      <p:sp>
        <p:nvSpPr>
          <p:cNvPr id="11" name="Impacto valor"/>
          <p:cNvSpPr/>
          <p:nvPr/>
        </p:nvSpPr>
        <p:spPr>
          <a:xfrm>
            <a:off x="978663" y="4450000"/>
            <a:ext cx="2800000" cy="9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0022CC"/>
                </a:solidFill>
              </a:rPr>
              <a:t>−54,81%</a:t>
            </a:r>
          </a:p>
        </p:txBody>
      </p:sp>
      <p:sp>
        <p:nvSpPr>
          <p:cNvPr id="12" name="Impacto texto"/>
          <p:cNvSpPr/>
          <p:nvPr/>
        </p:nvSpPr>
        <p:spPr>
          <a:xfrm>
            <a:off x="3878663" y="4450000"/>
            <a:ext cx="6600000" cy="950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000" b="1">
                <a:solidFill>
                  <a:srgbClr val="2E3C4E"/>
                </a:solidFill>
              </a:rPr>
              <a:t>Custo previsto em agosto/2025: R$ 3.718,09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384653"/>
                </a:solidFill>
              </a:rPr>
              <a:t>R$ 4.509,76 a menos que em julho/2025 (R$ 8.227,85)</a:t>
            </a:r>
          </a:p>
        </p:txBody>
      </p:sp>
      <p:pic>
        <p:nvPicPr>
          <p:cNvPr id="13" name="Logo Suzano" descr="Logotipo Suzan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3324" y="5591735"/>
            <a:ext cx="1064560" cy="11205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225</Words>
  <Application>Microsoft Office PowerPoint</Application>
  <PresentationFormat>Widescreen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7" baseType="lpstr">
      <vt:lpstr>Aptos</vt:lpstr>
      <vt:lpstr>Aptos Display</vt:lpstr>
      <vt:lpstr>Arial</vt:lpstr>
      <vt:lpstr>Barlow Bold</vt:lpstr>
      <vt:lpstr>Calibri</vt:lpstr>
      <vt:lpstr>Consolas</vt:lpstr>
      <vt:lpstr>Montserrat</vt:lpstr>
      <vt:lpstr>Suzano Display</vt:lpstr>
      <vt:lpstr>Suzano Sans Regular</vt:lpstr>
      <vt:lpstr>Suzano Text Medium</vt:lpstr>
      <vt:lpstr>Suzano Unicase</vt:lpstr>
      <vt:lpstr>Tema do Office</vt:lpstr>
      <vt:lpstr>Otimização do Banco Corporativo  GCP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do Banco Corporativo  GCP</dc:title>
  <dc:creator/>
  <cp:lastModifiedBy>Ryan Lobato</cp:lastModifiedBy>
  <cp:revision>212</cp:revision>
  <dcterms:created xsi:type="dcterms:W3CDTF">2025-08-13T14:03:15Z</dcterms:created>
  <dcterms:modified xsi:type="dcterms:W3CDTF">2026-10-03T19:09:55Z</dcterms:modified>
</cp:coreProperties>
</file>